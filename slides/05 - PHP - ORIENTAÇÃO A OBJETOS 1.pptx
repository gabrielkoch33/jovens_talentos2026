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670550" cx="10080625"/>
  <p:notesSz cx="7559675" cy="10691800"/>
  <p:embeddedFontLst>
    <p:embeddedFont>
      <p:font typeface="Roboto"/>
      <p:regular r:id="rId33"/>
      <p:bold r:id="rId34"/>
      <p:italic r:id="rId35"/>
      <p:boldItalic r:id="rId36"/>
    </p:embeddedFont>
    <p:embeddedFont>
      <p:font typeface="Noto Sans Symbols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gd0OmbqzPjZQARwYw0zCAN7Kof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schemas.openxmlformats.org/officeDocument/2006/relationships/font" Target="fonts/NotoSansSymbols-regular.fnt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NotoSansSymbol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5ab6c0ac4_0_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2d5ab6c0ac4_0_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6" name="Google Shape;286;g2d5ab6c0ac4_0_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d5ab6c0ac4_0_8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2d5ab6c0ac4_0_8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0" name="Google Shape;300;g2d5ab6c0ac4_0_8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d5ab6c0ac4_0_8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2d5ab6c0ac4_0_8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2" name="Google Shape;322;g2d5ab6c0ac4_0_8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d5ab6c0ac4_0_9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2d5ab6c0ac4_0_9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2" name="Google Shape;342;g2d5ab6c0ac4_0_9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d5ab6c0ac4_0_14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2d5ab6c0ac4_0_14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1" name="Google Shape;361;g2d5ab6c0ac4_0_14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d5ab6c0ac4_0_15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2d5ab6c0ac4_0_15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5" name="Google Shape;395;g2d5ab6c0ac4_0_15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d5ab6c0ac4_0_21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2d5ab6c0ac4_0_21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19" name="Google Shape;419;g2d5ab6c0ac4_0_21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d5ab6c0ac4_0_21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2d5ab6c0ac4_0_21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02" name="Google Shape;502;g2d5ab6c0ac4_0_21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d5ab6c0ac4_0_33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2d5ab6c0ac4_0_33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14" name="Google Shape;514;g2d5ab6c0ac4_0_33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d5ab6c0ac4_0_33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2d5ab6c0ac4_0_33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31" name="Google Shape;531;g2d5ab6c0ac4_0_33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d5ab6c0ac4_0_15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2d5ab6c0ac4_0_15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43" name="Google Shape;543;g2d5ab6c0ac4_0_15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d5ab6c0ac4_0_9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2d5ab6c0ac4_0_9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68" name="Google Shape;568;g2d5ab6c0ac4_0_9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d5ab6c0ac4_0_39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2d5ab6c0ac4_0_39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88" name="Google Shape;588;g2d5ab6c0ac4_0_39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d5ab6c0ac4_0_42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2d5ab6c0ac4_0_42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20" name="Google Shape;620;g2d5ab6c0ac4_0_42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d5ab6c0ac4_0_45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2d5ab6c0ac4_0_45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51" name="Google Shape;651;g2d5ab6c0ac4_0_45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d5ab6c0ac4_0_48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2d5ab6c0ac4_0_48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75" name="Google Shape;675;g2d5ab6c0ac4_0_48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d5ab6c0ac4_0_51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2d5ab6c0ac4_0_51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00" name="Google Shape;700;g2d5ab6c0ac4_0_51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d5ab6c0ac4_0_54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2d5ab6c0ac4_0_54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30" name="Google Shape;730;g2d5ab6c0ac4_0_54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d5ab6c0ac4_0_57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2d5ab6c0ac4_0_57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23" name="Google Shape;823;g2d5ab6c0ac4_0_57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d5ab6c0ac4_0_66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2d5ab6c0ac4_0_66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06" name="Google Shape;906;g2d5ab6c0ac4_0_66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d5ab6c0ac4_0_75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g2d5ab6c0ac4_0_75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99" name="Google Shape;999;g2d5ab6c0ac4_0_75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d5ab6c0ac4_0_84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g2d5ab6c0ac4_0_84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19" name="Google Shape;1019;g2d5ab6c0ac4_0_84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d5ab6c0ac4_0_87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2d5ab6c0ac4_0_87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44" name="Google Shape;1044;g2d5ab6c0ac4_0_87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0" name="Google Shape;1070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23.jpg"/><Relationship Id="rId5" Type="http://schemas.openxmlformats.org/officeDocument/2006/relationships/image" Target="../media/image17.jpg"/><Relationship Id="rId6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PHP - ORIENTAÇÃO A OBJETOS</a:t>
            </a:r>
            <a:endParaRPr sz="3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"/>
          <p:cNvGrpSpPr/>
          <p:nvPr/>
        </p:nvGrpSpPr>
        <p:grpSpPr>
          <a:xfrm>
            <a:off x="352618" y="312529"/>
            <a:ext cx="9304067" cy="4547858"/>
            <a:chOff x="327343" y="306179"/>
            <a:chExt cx="9304067" cy="4547858"/>
          </a:xfrm>
        </p:grpSpPr>
        <p:sp>
          <p:nvSpPr>
            <p:cNvPr id="266" name="Google Shape;266;p2"/>
            <p:cNvSpPr/>
            <p:nvPr/>
          </p:nvSpPr>
          <p:spPr>
            <a:xfrm>
              <a:off x="695325" y="306179"/>
              <a:ext cx="20673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PARADIGMA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27343" y="1183729"/>
              <a:ext cx="13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613410" y="1217850"/>
              <a:ext cx="8346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Um software não é composto por um grande bloco de funcionalidades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27343" y="1746952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613410" y="1780841"/>
              <a:ext cx="9018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São vários blocos distintos e independentes que juntos formam um sistema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327343" y="2309330"/>
              <a:ext cx="13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613410" y="2343451"/>
              <a:ext cx="26034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Surgiu já nos anos 60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27343" y="2872425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613410" y="2906315"/>
              <a:ext cx="7653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Hoje temos várias linguagens nativamente orientadas a objetos: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727710" y="3182921"/>
              <a:ext cx="497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C++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727710" y="3468925"/>
              <a:ext cx="1365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C# (Sharp),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727710" y="3746072"/>
              <a:ext cx="6555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Java,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727710" y="4022391"/>
              <a:ext cx="1109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Objective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1566545" y="4022391"/>
              <a:ext cx="88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1633601" y="4022391"/>
              <a:ext cx="192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327343" y="4484437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613410" y="4518326"/>
              <a:ext cx="7793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PHP recebeu suporte a orientação a objetos a partir da versão 3.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8" name="Google Shape;288;g2d5ab6c0ac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g2d5ab6c0ac4_0_0"/>
          <p:cNvGrpSpPr/>
          <p:nvPr/>
        </p:nvGrpSpPr>
        <p:grpSpPr>
          <a:xfrm>
            <a:off x="266575" y="352204"/>
            <a:ext cx="7973868" cy="2211057"/>
            <a:chOff x="241300" y="306179"/>
            <a:chExt cx="7973868" cy="2211057"/>
          </a:xfrm>
        </p:grpSpPr>
        <p:sp>
          <p:nvSpPr>
            <p:cNvPr id="290" name="Google Shape;290;g2d5ab6c0ac4_0_0"/>
            <p:cNvSpPr/>
            <p:nvPr/>
          </p:nvSpPr>
          <p:spPr>
            <a:xfrm>
              <a:off x="695325" y="306179"/>
              <a:ext cx="16755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OBJETIVO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2d5ab6c0ac4_0_0"/>
            <p:cNvSpPr/>
            <p:nvPr/>
          </p:nvSpPr>
          <p:spPr>
            <a:xfrm>
              <a:off x="241300" y="1174436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2d5ab6c0ac4_0_0"/>
            <p:cNvSpPr/>
            <p:nvPr/>
          </p:nvSpPr>
          <p:spPr>
            <a:xfrm>
              <a:off x="527368" y="1208325"/>
              <a:ext cx="4345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Facilitar o processo de programação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2d5ab6c0ac4_0_0"/>
            <p:cNvSpPr/>
            <p:nvPr/>
          </p:nvSpPr>
          <p:spPr>
            <a:xfrm>
              <a:off x="241300" y="1660741"/>
              <a:ext cx="13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d5ab6c0ac4_0_0"/>
            <p:cNvSpPr/>
            <p:nvPr/>
          </p:nvSpPr>
          <p:spPr>
            <a:xfrm>
              <a:off x="527368" y="1694862"/>
              <a:ext cx="5386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Aproximar a escrita do código ao mundo real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2d5ab6c0ac4_0_0"/>
            <p:cNvSpPr/>
            <p:nvPr/>
          </p:nvSpPr>
          <p:spPr>
            <a:xfrm>
              <a:off x="241300" y="2147636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2d5ab6c0ac4_0_0"/>
            <p:cNvSpPr/>
            <p:nvPr/>
          </p:nvSpPr>
          <p:spPr>
            <a:xfrm>
              <a:off x="527368" y="2181813"/>
              <a:ext cx="76878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 mundo real, temos objetos que interagem uns com os outros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02" name="Google Shape;302;g2d5ab6c0ac4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g2d5ab6c0ac4_0_85"/>
          <p:cNvGrpSpPr/>
          <p:nvPr/>
        </p:nvGrpSpPr>
        <p:grpSpPr>
          <a:xfrm>
            <a:off x="25275" y="6350"/>
            <a:ext cx="9982200" cy="5657850"/>
            <a:chOff x="0" y="0"/>
            <a:chExt cx="9982200" cy="5657850"/>
          </a:xfrm>
        </p:grpSpPr>
        <p:sp>
          <p:nvSpPr>
            <p:cNvPr id="304" name="Google Shape;304;g2d5ab6c0ac4_0_85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g2d5ab6c0ac4_0_85"/>
            <p:cNvSpPr/>
            <p:nvPr/>
          </p:nvSpPr>
          <p:spPr>
            <a:xfrm>
              <a:off x="695325" y="306179"/>
              <a:ext cx="18903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DEFINIÇÃO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2d5ab6c0ac4_0_85"/>
            <p:cNvSpPr/>
            <p:nvPr/>
          </p:nvSpPr>
          <p:spPr>
            <a:xfrm>
              <a:off x="241300" y="1208325"/>
              <a:ext cx="37254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Sistemas Orientados a Objetos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2d5ab6c0ac4_0_85"/>
            <p:cNvSpPr/>
            <p:nvPr/>
          </p:nvSpPr>
          <p:spPr>
            <a:xfrm>
              <a:off x="241300" y="3039665"/>
              <a:ext cx="1077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Exemplo: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2d5ab6c0ac4_0_85"/>
            <p:cNvSpPr/>
            <p:nvPr/>
          </p:nvSpPr>
          <p:spPr>
            <a:xfrm>
              <a:off x="241300" y="3532955"/>
              <a:ext cx="5432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Objeto Carro → Conectado a → objeto Motor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2d5ab6c0ac4_0_85"/>
            <p:cNvSpPr/>
            <p:nvPr/>
          </p:nvSpPr>
          <p:spPr>
            <a:xfrm>
              <a:off x="241300" y="3955462"/>
              <a:ext cx="4768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motorista pisa no acelerador do carro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2d5ab6c0ac4_0_85"/>
            <p:cNvSpPr/>
            <p:nvPr/>
          </p:nvSpPr>
          <p:spPr>
            <a:xfrm>
              <a:off x="241300" y="4413839"/>
              <a:ext cx="59130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carro ativa o comportamento acelerar do motor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2d5ab6c0ac4_0_85"/>
            <p:cNvSpPr/>
            <p:nvPr/>
          </p:nvSpPr>
          <p:spPr>
            <a:xfrm>
              <a:off x="3309874" y="1614425"/>
              <a:ext cx="3028950" cy="1247775"/>
            </a:xfrm>
            <a:custGeom>
              <a:rect b="b" l="l" r="r" t="t"/>
              <a:pathLst>
                <a:path extrusionOk="0" h="1247775" w="3028950">
                  <a:moveTo>
                    <a:pt x="0" y="0"/>
                  </a:moveTo>
                  <a:lnTo>
                    <a:pt x="3028950" y="0"/>
                  </a:lnTo>
                  <a:lnTo>
                    <a:pt x="3028950" y="1247775"/>
                  </a:lnTo>
                  <a:lnTo>
                    <a:pt x="0" y="1247775"/>
                  </a:lnTo>
                  <a:lnTo>
                    <a:pt x="0" y="0"/>
                  </a:lnTo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2" name="Google Shape;312;g2d5ab6c0ac4_0_85"/>
            <p:cNvSpPr/>
            <p:nvPr/>
          </p:nvSpPr>
          <p:spPr>
            <a:xfrm>
              <a:off x="3309874" y="1614425"/>
              <a:ext cx="3028950" cy="1247775"/>
            </a:xfrm>
            <a:custGeom>
              <a:rect b="b" l="l" r="r" t="t"/>
              <a:pathLst>
                <a:path extrusionOk="0" h="1247775" w="3028950">
                  <a:moveTo>
                    <a:pt x="0" y="1247775"/>
                  </a:moveTo>
                  <a:lnTo>
                    <a:pt x="3028950" y="1247775"/>
                  </a:lnTo>
                  <a:lnTo>
                    <a:pt x="302895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3" name="Google Shape;313;g2d5ab6c0ac4_0_85"/>
            <p:cNvSpPr/>
            <p:nvPr/>
          </p:nvSpPr>
          <p:spPr>
            <a:xfrm>
              <a:off x="3394964" y="1694557"/>
              <a:ext cx="310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1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“Um sistema composto por </a:t>
              </a:r>
              <a:endParaRPr b="0" i="1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2d5ab6c0ac4_0_85"/>
            <p:cNvSpPr/>
            <p:nvPr/>
          </p:nvSpPr>
          <p:spPr>
            <a:xfrm>
              <a:off x="3394964" y="1889697"/>
              <a:ext cx="3249300" cy="2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1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objetos interconectados que </a:t>
              </a:r>
              <a:endParaRPr b="0" i="1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2d5ab6c0ac4_0_85"/>
            <p:cNvSpPr/>
            <p:nvPr/>
          </p:nvSpPr>
          <p:spPr>
            <a:xfrm>
              <a:off x="3394964" y="2118678"/>
              <a:ext cx="2295300" cy="2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1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interagem, ativando </a:t>
              </a:r>
              <a:endParaRPr b="0" i="1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2d5ab6c0ac4_0_85"/>
            <p:cNvSpPr/>
            <p:nvPr/>
          </p:nvSpPr>
          <p:spPr>
            <a:xfrm>
              <a:off x="3394964" y="2347532"/>
              <a:ext cx="2846700" cy="2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1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comportamentos uns aos</a:t>
              </a:r>
              <a:endParaRPr b="0" i="1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2d5ab6c0ac4_0_85"/>
            <p:cNvSpPr/>
            <p:nvPr/>
          </p:nvSpPr>
          <p:spPr>
            <a:xfrm>
              <a:off x="5588000" y="2347532"/>
              <a:ext cx="766800" cy="2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1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outros </a:t>
              </a:r>
              <a:endParaRPr b="0" i="1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2d5ab6c0ac4_0_85"/>
            <p:cNvSpPr/>
            <p:nvPr/>
          </p:nvSpPr>
          <p:spPr>
            <a:xfrm>
              <a:off x="3394964" y="2610227"/>
              <a:ext cx="2717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1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atingir um objetivo”</a:t>
              </a:r>
              <a:endParaRPr b="0" i="1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24" name="Google Shape;324;g2d5ab6c0ac4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" name="Google Shape;325;g2d5ab6c0ac4_0_89"/>
          <p:cNvGrpSpPr/>
          <p:nvPr/>
        </p:nvGrpSpPr>
        <p:grpSpPr>
          <a:xfrm>
            <a:off x="49213" y="6350"/>
            <a:ext cx="9982200" cy="5657850"/>
            <a:chOff x="0" y="0"/>
            <a:chExt cx="9982200" cy="5657850"/>
          </a:xfrm>
        </p:grpSpPr>
        <p:sp>
          <p:nvSpPr>
            <p:cNvPr id="326" name="Google Shape;326;g2d5ab6c0ac4_0_89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g2d5ab6c0ac4_0_89"/>
            <p:cNvSpPr/>
            <p:nvPr/>
          </p:nvSpPr>
          <p:spPr>
            <a:xfrm>
              <a:off x="695325" y="306179"/>
              <a:ext cx="20814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VANTAGENS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2d5ab6c0ac4_0_89"/>
            <p:cNvSpPr/>
            <p:nvPr/>
          </p:nvSpPr>
          <p:spPr>
            <a:xfrm>
              <a:off x="241300" y="1201515"/>
              <a:ext cx="31569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Reutilização de código: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2d5ab6c0ac4_0_89"/>
            <p:cNvSpPr/>
            <p:nvPr/>
          </p:nvSpPr>
          <p:spPr>
            <a:xfrm>
              <a:off x="241300" y="1705675"/>
              <a:ext cx="309000" cy="3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✓</a:t>
              </a:r>
              <a:endParaRPr b="0" i="0" sz="235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g2d5ab6c0ac4_0_89"/>
            <p:cNvSpPr/>
            <p:nvPr/>
          </p:nvSpPr>
          <p:spPr>
            <a:xfrm>
              <a:off x="527368" y="1752553"/>
              <a:ext cx="49041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Poupa tempo, programando e depurando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2d5ab6c0ac4_0_89"/>
            <p:cNvSpPr/>
            <p:nvPr/>
          </p:nvSpPr>
          <p:spPr>
            <a:xfrm>
              <a:off x="241300" y="2241390"/>
              <a:ext cx="20649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Escalabilidade: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2d5ab6c0ac4_0_89"/>
            <p:cNvSpPr/>
            <p:nvPr/>
          </p:nvSpPr>
          <p:spPr>
            <a:xfrm>
              <a:off x="241300" y="2744926"/>
              <a:ext cx="309300" cy="38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✓</a:t>
              </a:r>
              <a:endParaRPr b="0" i="0" sz="235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g2d5ab6c0ac4_0_89"/>
            <p:cNvSpPr/>
            <p:nvPr/>
          </p:nvSpPr>
          <p:spPr>
            <a:xfrm>
              <a:off x="527368" y="2791761"/>
              <a:ext cx="3268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Adicionar código facilmente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2d5ab6c0ac4_0_89"/>
            <p:cNvSpPr/>
            <p:nvPr/>
          </p:nvSpPr>
          <p:spPr>
            <a:xfrm>
              <a:off x="241300" y="3281139"/>
              <a:ext cx="24069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Manutenibilidade: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2d5ab6c0ac4_0_89"/>
            <p:cNvSpPr/>
            <p:nvPr/>
          </p:nvSpPr>
          <p:spPr>
            <a:xfrm>
              <a:off x="241300" y="3784919"/>
              <a:ext cx="309000" cy="3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✓</a:t>
              </a:r>
              <a:endParaRPr b="0" i="0" sz="235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6" name="Google Shape;336;g2d5ab6c0ac4_0_89"/>
            <p:cNvSpPr/>
            <p:nvPr/>
          </p:nvSpPr>
          <p:spPr>
            <a:xfrm>
              <a:off x="527368" y="3831510"/>
              <a:ext cx="3321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Código mais fácil de manter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2d5ab6c0ac4_0_89"/>
            <p:cNvSpPr/>
            <p:nvPr/>
          </p:nvSpPr>
          <p:spPr>
            <a:xfrm>
              <a:off x="241300" y="4032950"/>
              <a:ext cx="309000" cy="3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✓</a:t>
              </a:r>
              <a:endParaRPr b="0" i="0" sz="235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8" name="Google Shape;338;g2d5ab6c0ac4_0_89"/>
            <p:cNvSpPr/>
            <p:nvPr/>
          </p:nvSpPr>
          <p:spPr>
            <a:xfrm>
              <a:off x="527368" y="4079541"/>
              <a:ext cx="35484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Agilidade de desenvolvimento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44" name="Google Shape;344;g2d5ab6c0ac4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g2d5ab6c0ac4_0_93"/>
          <p:cNvGrpSpPr/>
          <p:nvPr/>
        </p:nvGrpSpPr>
        <p:grpSpPr>
          <a:xfrm>
            <a:off x="249781" y="312529"/>
            <a:ext cx="9764000" cy="2668893"/>
            <a:chOff x="241300" y="306179"/>
            <a:chExt cx="10761600" cy="2668893"/>
          </a:xfrm>
        </p:grpSpPr>
        <p:sp>
          <p:nvSpPr>
            <p:cNvPr id="346" name="Google Shape;346;g2d5ab6c0ac4_0_93"/>
            <p:cNvSpPr/>
            <p:nvPr/>
          </p:nvSpPr>
          <p:spPr>
            <a:xfrm>
              <a:off x="695325" y="306179"/>
              <a:ext cx="20427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CONCEITOS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2d5ab6c0ac4_0_93"/>
            <p:cNvSpPr/>
            <p:nvPr/>
          </p:nvSpPr>
          <p:spPr>
            <a:xfrm>
              <a:off x="241300" y="1208325"/>
              <a:ext cx="10761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orientação a objetos possui alguns conceitos fundamentais para o seu desenvolvimento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2d5ab6c0ac4_0_93"/>
            <p:cNvSpPr/>
            <p:nvPr/>
          </p:nvSpPr>
          <p:spPr>
            <a:xfrm>
              <a:off x="241300" y="1632166"/>
              <a:ext cx="13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2d5ab6c0ac4_0_93"/>
            <p:cNvSpPr/>
            <p:nvPr/>
          </p:nvSpPr>
          <p:spPr>
            <a:xfrm>
              <a:off x="527368" y="1666287"/>
              <a:ext cx="1201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Abstração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2d5ab6c0ac4_0_93"/>
            <p:cNvSpPr/>
            <p:nvPr/>
          </p:nvSpPr>
          <p:spPr>
            <a:xfrm>
              <a:off x="241300" y="1870545"/>
              <a:ext cx="13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2d5ab6c0ac4_0_93"/>
            <p:cNvSpPr/>
            <p:nvPr/>
          </p:nvSpPr>
          <p:spPr>
            <a:xfrm>
              <a:off x="527368" y="1904666"/>
              <a:ext cx="957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Classes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2d5ab6c0ac4_0_93"/>
            <p:cNvSpPr/>
            <p:nvPr/>
          </p:nvSpPr>
          <p:spPr>
            <a:xfrm>
              <a:off x="241300" y="2118449"/>
              <a:ext cx="13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2d5ab6c0ac4_0_93"/>
            <p:cNvSpPr/>
            <p:nvPr/>
          </p:nvSpPr>
          <p:spPr>
            <a:xfrm>
              <a:off x="527368" y="2152570"/>
              <a:ext cx="906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Objetos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2d5ab6c0ac4_0_93"/>
            <p:cNvSpPr/>
            <p:nvPr/>
          </p:nvSpPr>
          <p:spPr>
            <a:xfrm>
              <a:off x="241300" y="2366966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2d5ab6c0ac4_0_93"/>
            <p:cNvSpPr/>
            <p:nvPr/>
          </p:nvSpPr>
          <p:spPr>
            <a:xfrm>
              <a:off x="527368" y="2401142"/>
              <a:ext cx="26940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Atributos/Propriedades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2d5ab6c0ac4_0_93"/>
            <p:cNvSpPr/>
            <p:nvPr/>
          </p:nvSpPr>
          <p:spPr>
            <a:xfrm>
              <a:off x="241300" y="2605472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2d5ab6c0ac4_0_93"/>
            <p:cNvSpPr/>
            <p:nvPr/>
          </p:nvSpPr>
          <p:spPr>
            <a:xfrm>
              <a:off x="527368" y="2639648"/>
              <a:ext cx="10209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Métodos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63" name="Google Shape;363;g2d5ab6c0ac4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g2d5ab6c0ac4_0_146"/>
          <p:cNvGrpSpPr/>
          <p:nvPr/>
        </p:nvGrpSpPr>
        <p:grpSpPr>
          <a:xfrm>
            <a:off x="223141" y="312529"/>
            <a:ext cx="9785772" cy="4471994"/>
            <a:chOff x="241300" y="306179"/>
            <a:chExt cx="11933868" cy="4471994"/>
          </a:xfrm>
        </p:grpSpPr>
        <p:sp>
          <p:nvSpPr>
            <p:cNvPr id="365" name="Google Shape;365;g2d5ab6c0ac4_0_146"/>
            <p:cNvSpPr/>
            <p:nvPr/>
          </p:nvSpPr>
          <p:spPr>
            <a:xfrm>
              <a:off x="695325" y="306179"/>
              <a:ext cx="21189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ABSTRAÇÃO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2d5ab6c0ac4_0_146"/>
            <p:cNvSpPr/>
            <p:nvPr/>
          </p:nvSpPr>
          <p:spPr>
            <a:xfrm>
              <a:off x="241300" y="1174436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2d5ab6c0ac4_0_146"/>
            <p:cNvSpPr/>
            <p:nvPr/>
          </p:nvSpPr>
          <p:spPr>
            <a:xfrm>
              <a:off x="527368" y="1208325"/>
              <a:ext cx="7402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Capacidade de definir os aspectos essenciais de um contexto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2d5ab6c0ac4_0_146"/>
            <p:cNvSpPr/>
            <p:nvPr/>
          </p:nvSpPr>
          <p:spPr>
            <a:xfrm>
              <a:off x="241300" y="1660741"/>
              <a:ext cx="13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2d5ab6c0ac4_0_146"/>
            <p:cNvSpPr/>
            <p:nvPr/>
          </p:nvSpPr>
          <p:spPr>
            <a:xfrm>
              <a:off x="527368" y="1694862"/>
              <a:ext cx="79464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Ignorar as características menos importantes ou de outro contexto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2d5ab6c0ac4_0_146"/>
            <p:cNvSpPr/>
            <p:nvPr/>
          </p:nvSpPr>
          <p:spPr>
            <a:xfrm>
              <a:off x="241300" y="2147636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2d5ab6c0ac4_0_146"/>
            <p:cNvSpPr/>
            <p:nvPr/>
          </p:nvSpPr>
          <p:spPr>
            <a:xfrm>
              <a:off x="527368" y="2181813"/>
              <a:ext cx="116478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Caracterizar um objeto, identificando um conjunto de valores e operação que estabelecem o seu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2d5ab6c0ac4_0_146"/>
            <p:cNvSpPr/>
            <p:nvPr/>
          </p:nvSpPr>
          <p:spPr>
            <a:xfrm>
              <a:off x="527368" y="2429430"/>
              <a:ext cx="1822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comportamento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2d5ab6c0ac4_0_146"/>
            <p:cNvSpPr/>
            <p:nvPr/>
          </p:nvSpPr>
          <p:spPr>
            <a:xfrm>
              <a:off x="3418188" y="3002834"/>
              <a:ext cx="53388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Quais as propriedades e operações de um carro?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g2d5ab6c0ac4_0_146"/>
            <p:cNvSpPr/>
            <p:nvPr/>
          </p:nvSpPr>
          <p:spPr>
            <a:xfrm>
              <a:off x="3855122" y="3254550"/>
              <a:ext cx="1962310" cy="348399"/>
            </a:xfrm>
            <a:custGeom>
              <a:rect b="b" l="l" r="r" t="t"/>
              <a:pathLst>
                <a:path extrusionOk="0" h="370637" w="1740408">
                  <a:moveTo>
                    <a:pt x="0" y="0"/>
                  </a:moveTo>
                  <a:lnTo>
                    <a:pt x="1740408" y="0"/>
                  </a:lnTo>
                  <a:lnTo>
                    <a:pt x="1740408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75" name="Google Shape;375;g2d5ab6c0ac4_0_146"/>
            <p:cNvSpPr/>
            <p:nvPr/>
          </p:nvSpPr>
          <p:spPr>
            <a:xfrm>
              <a:off x="5814787" y="3257100"/>
              <a:ext cx="2116286" cy="348399"/>
            </a:xfrm>
            <a:custGeom>
              <a:rect b="b" l="l" r="r" t="t"/>
              <a:pathLst>
                <a:path extrusionOk="0" h="370637" w="1666367">
                  <a:moveTo>
                    <a:pt x="0" y="0"/>
                  </a:moveTo>
                  <a:lnTo>
                    <a:pt x="1666367" y="0"/>
                  </a:lnTo>
                  <a:lnTo>
                    <a:pt x="1666367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76" name="Google Shape;376;g2d5ab6c0ac4_0_146"/>
            <p:cNvSpPr/>
            <p:nvPr/>
          </p:nvSpPr>
          <p:spPr>
            <a:xfrm>
              <a:off x="3855121" y="3602675"/>
              <a:ext cx="1962310" cy="370637"/>
            </a:xfrm>
            <a:custGeom>
              <a:rect b="b" l="l" r="r" t="t"/>
              <a:pathLst>
                <a:path extrusionOk="0" h="370637" w="1740408">
                  <a:moveTo>
                    <a:pt x="0" y="0"/>
                  </a:moveTo>
                  <a:lnTo>
                    <a:pt x="1740408" y="0"/>
                  </a:lnTo>
                  <a:lnTo>
                    <a:pt x="1740408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377" name="Google Shape;377;g2d5ab6c0ac4_0_146"/>
            <p:cNvSpPr/>
            <p:nvPr/>
          </p:nvSpPr>
          <p:spPr>
            <a:xfrm>
              <a:off x="5820944" y="3605425"/>
              <a:ext cx="2107954" cy="370637"/>
            </a:xfrm>
            <a:custGeom>
              <a:rect b="b" l="l" r="r" t="t"/>
              <a:pathLst>
                <a:path extrusionOk="0" h="370637" w="1666367">
                  <a:moveTo>
                    <a:pt x="0" y="0"/>
                  </a:moveTo>
                  <a:lnTo>
                    <a:pt x="1666367" y="0"/>
                  </a:lnTo>
                  <a:lnTo>
                    <a:pt x="1666367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378" name="Google Shape;378;g2d5ab6c0ac4_0_146"/>
            <p:cNvSpPr/>
            <p:nvPr/>
          </p:nvSpPr>
          <p:spPr>
            <a:xfrm>
              <a:off x="3855121" y="3973250"/>
              <a:ext cx="1962310" cy="370637"/>
            </a:xfrm>
            <a:custGeom>
              <a:rect b="b" l="l" r="r" t="t"/>
              <a:pathLst>
                <a:path extrusionOk="0" h="370637" w="1740408">
                  <a:moveTo>
                    <a:pt x="0" y="0"/>
                  </a:moveTo>
                  <a:lnTo>
                    <a:pt x="1740408" y="0"/>
                  </a:lnTo>
                  <a:lnTo>
                    <a:pt x="1740408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379" name="Google Shape;379;g2d5ab6c0ac4_0_146"/>
            <p:cNvSpPr/>
            <p:nvPr/>
          </p:nvSpPr>
          <p:spPr>
            <a:xfrm>
              <a:off x="5820948" y="3973250"/>
              <a:ext cx="2107954" cy="370637"/>
            </a:xfrm>
            <a:custGeom>
              <a:rect b="b" l="l" r="r" t="t"/>
              <a:pathLst>
                <a:path extrusionOk="0" h="370637" w="1666367">
                  <a:moveTo>
                    <a:pt x="0" y="0"/>
                  </a:moveTo>
                  <a:lnTo>
                    <a:pt x="1666367" y="0"/>
                  </a:lnTo>
                  <a:lnTo>
                    <a:pt x="1666367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380" name="Google Shape;380;g2d5ab6c0ac4_0_146"/>
            <p:cNvSpPr/>
            <p:nvPr/>
          </p:nvSpPr>
          <p:spPr>
            <a:xfrm>
              <a:off x="3855121" y="4343900"/>
              <a:ext cx="1962310" cy="370637"/>
            </a:xfrm>
            <a:custGeom>
              <a:rect b="b" l="l" r="r" t="t"/>
              <a:pathLst>
                <a:path extrusionOk="0" h="370637" w="1740408">
                  <a:moveTo>
                    <a:pt x="0" y="0"/>
                  </a:moveTo>
                  <a:lnTo>
                    <a:pt x="1740408" y="0"/>
                  </a:lnTo>
                  <a:lnTo>
                    <a:pt x="1740408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381" name="Google Shape;381;g2d5ab6c0ac4_0_146"/>
            <p:cNvSpPr/>
            <p:nvPr/>
          </p:nvSpPr>
          <p:spPr>
            <a:xfrm>
              <a:off x="5820948" y="4343900"/>
              <a:ext cx="2107954" cy="370637"/>
            </a:xfrm>
            <a:custGeom>
              <a:rect b="b" l="l" r="r" t="t"/>
              <a:pathLst>
                <a:path extrusionOk="0" h="370637" w="1666367">
                  <a:moveTo>
                    <a:pt x="0" y="0"/>
                  </a:moveTo>
                  <a:lnTo>
                    <a:pt x="1666367" y="0"/>
                  </a:lnTo>
                  <a:lnTo>
                    <a:pt x="1666367" y="370637"/>
                  </a:lnTo>
                  <a:lnTo>
                    <a:pt x="0" y="370637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382" name="Google Shape;382;g2d5ab6c0ac4_0_146"/>
            <p:cNvSpPr/>
            <p:nvPr/>
          </p:nvSpPr>
          <p:spPr>
            <a:xfrm>
              <a:off x="5814776" y="3254551"/>
              <a:ext cx="0" cy="1495222"/>
            </a:xfrm>
            <a:custGeom>
              <a:rect b="b" l="l" r="r" t="t"/>
              <a:pathLst>
                <a:path extrusionOk="0" h="1495222" w="120000">
                  <a:moveTo>
                    <a:pt x="0" y="0"/>
                  </a:moveTo>
                  <a:lnTo>
                    <a:pt x="0" y="1495222"/>
                  </a:lnTo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3" name="Google Shape;383;g2d5ab6c0ac4_0_146"/>
            <p:cNvSpPr/>
            <p:nvPr/>
          </p:nvSpPr>
          <p:spPr>
            <a:xfrm>
              <a:off x="8059039" y="3282951"/>
              <a:ext cx="0" cy="1495222"/>
            </a:xfrm>
            <a:custGeom>
              <a:rect b="b" l="l" r="r" t="t"/>
              <a:pathLst>
                <a:path extrusionOk="0" h="1495222" w="120000">
                  <a:moveTo>
                    <a:pt x="0" y="0"/>
                  </a:moveTo>
                  <a:lnTo>
                    <a:pt x="0" y="1495222"/>
                  </a:lnTo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4" name="Google Shape;384;g2d5ab6c0ac4_0_146"/>
            <p:cNvSpPr/>
            <p:nvPr/>
          </p:nvSpPr>
          <p:spPr>
            <a:xfrm>
              <a:off x="4645914" y="4771835"/>
              <a:ext cx="3419475" cy="0"/>
            </a:xfrm>
            <a:custGeom>
              <a:rect b="b" l="l" r="r" t="t"/>
              <a:pathLst>
                <a:path extrusionOk="0" h="120000" w="3419475">
                  <a:moveTo>
                    <a:pt x="0" y="0"/>
                  </a:moveTo>
                  <a:lnTo>
                    <a:pt x="3419475" y="0"/>
                  </a:lnTo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5" name="Google Shape;385;g2d5ab6c0ac4_0_146"/>
            <p:cNvSpPr/>
            <p:nvPr/>
          </p:nvSpPr>
          <p:spPr>
            <a:xfrm>
              <a:off x="3890976" y="3305468"/>
              <a:ext cx="19245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1" i="0" lang="pt-BR" sz="14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PROPRIEDADES</a:t>
              </a:r>
              <a:endParaRPr b="1" i="0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2d5ab6c0ac4_0_146"/>
            <p:cNvSpPr/>
            <p:nvPr/>
          </p:nvSpPr>
          <p:spPr>
            <a:xfrm>
              <a:off x="6101026" y="3305468"/>
              <a:ext cx="15438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1" i="0" lang="pt-BR" sz="14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OPERAÇÕES</a:t>
              </a:r>
              <a:endParaRPr b="1" i="0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2d5ab6c0ac4_0_146"/>
            <p:cNvSpPr/>
            <p:nvPr/>
          </p:nvSpPr>
          <p:spPr>
            <a:xfrm>
              <a:off x="4457225" y="3664814"/>
              <a:ext cx="7920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4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Modelo</a:t>
              </a:r>
              <a:endParaRPr b="0" i="0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2d5ab6c0ac4_0_146"/>
            <p:cNvSpPr/>
            <p:nvPr/>
          </p:nvSpPr>
          <p:spPr>
            <a:xfrm>
              <a:off x="5943384" y="3673275"/>
              <a:ext cx="18591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4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Abrir/Fechar Porta</a:t>
              </a:r>
              <a:endParaRPr b="0" i="0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2d5ab6c0ac4_0_146"/>
            <p:cNvSpPr/>
            <p:nvPr/>
          </p:nvSpPr>
          <p:spPr>
            <a:xfrm>
              <a:off x="4642027" y="4025572"/>
              <a:ext cx="3966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4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</a:t>
              </a:r>
              <a:endParaRPr b="0" i="0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2d5ab6c0ac4_0_146"/>
            <p:cNvSpPr/>
            <p:nvPr/>
          </p:nvSpPr>
          <p:spPr>
            <a:xfrm>
              <a:off x="6105082" y="4025572"/>
              <a:ext cx="14847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4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Ligar/Desligar</a:t>
              </a:r>
              <a:endParaRPr b="0" i="0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2d5ab6c0ac4_0_146"/>
            <p:cNvSpPr/>
            <p:nvPr/>
          </p:nvSpPr>
          <p:spPr>
            <a:xfrm>
              <a:off x="4640686" y="4396416"/>
              <a:ext cx="4251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4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Ano</a:t>
              </a:r>
              <a:endParaRPr b="0" i="0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97" name="Google Shape;397;g2d5ab6c0ac4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2d5ab6c0ac4_0_150"/>
          <p:cNvSpPr/>
          <p:nvPr/>
        </p:nvSpPr>
        <p:spPr>
          <a:xfrm>
            <a:off x="735225" y="312529"/>
            <a:ext cx="1359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2d5ab6c0ac4_0_150"/>
          <p:cNvSpPr/>
          <p:nvPr/>
        </p:nvSpPr>
        <p:spPr>
          <a:xfrm>
            <a:off x="281200" y="1443275"/>
            <a:ext cx="6078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 uma coleção de objetos que possuem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2d5ab6c0ac4_0_150"/>
          <p:cNvSpPr/>
          <p:nvPr/>
        </p:nvSpPr>
        <p:spPr>
          <a:xfrm>
            <a:off x="4867170" y="1443275"/>
            <a:ext cx="1951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2d5ab6c0ac4_0_150"/>
          <p:cNvSpPr/>
          <p:nvPr/>
        </p:nvSpPr>
        <p:spPr>
          <a:xfrm>
            <a:off x="6354594" y="1443275"/>
            <a:ext cx="225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2d5ab6c0ac4_0_150"/>
          <p:cNvSpPr/>
          <p:nvPr/>
        </p:nvSpPr>
        <p:spPr>
          <a:xfrm>
            <a:off x="6526044" y="1443275"/>
            <a:ext cx="2268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comportamentos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2d5ab6c0ac4_0_150"/>
          <p:cNvSpPr/>
          <p:nvPr/>
        </p:nvSpPr>
        <p:spPr>
          <a:xfrm>
            <a:off x="8232670" y="1443275"/>
            <a:ext cx="1300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comum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2d5ab6c0ac4_0_150"/>
          <p:cNvSpPr/>
          <p:nvPr/>
        </p:nvSpPr>
        <p:spPr>
          <a:xfrm>
            <a:off x="5560971" y="1847817"/>
            <a:ext cx="106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2d5ab6c0ac4_0_150"/>
          <p:cNvSpPr/>
          <p:nvPr/>
        </p:nvSpPr>
        <p:spPr>
          <a:xfrm>
            <a:off x="5846975" y="1807304"/>
            <a:ext cx="241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Comportamentos: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2d5ab6c0ac4_0_150"/>
          <p:cNvSpPr/>
          <p:nvPr/>
        </p:nvSpPr>
        <p:spPr>
          <a:xfrm>
            <a:off x="5560971" y="2117567"/>
            <a:ext cx="2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7" name="Google Shape;407;g2d5ab6c0ac4_0_150"/>
          <p:cNvSpPr/>
          <p:nvPr/>
        </p:nvSpPr>
        <p:spPr>
          <a:xfrm>
            <a:off x="5846975" y="2090721"/>
            <a:ext cx="3382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Representados por métodos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2d5ab6c0ac4_0_150"/>
          <p:cNvSpPr/>
          <p:nvPr/>
        </p:nvSpPr>
        <p:spPr>
          <a:xfrm>
            <a:off x="5560971" y="2355947"/>
            <a:ext cx="2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9" name="Google Shape;409;g2d5ab6c0ac4_0_150"/>
          <p:cNvSpPr/>
          <p:nvPr/>
        </p:nvSpPr>
        <p:spPr>
          <a:xfrm>
            <a:off x="5846975" y="2329100"/>
            <a:ext cx="3895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a única maneira de interagir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2d5ab6c0ac4_0_150"/>
          <p:cNvSpPr/>
          <p:nvPr/>
        </p:nvSpPr>
        <p:spPr>
          <a:xfrm>
            <a:off x="5560971" y="2603978"/>
            <a:ext cx="2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1" name="Google Shape;411;g2d5ab6c0ac4_0_150"/>
          <p:cNvSpPr/>
          <p:nvPr/>
        </p:nvSpPr>
        <p:spPr>
          <a:xfrm>
            <a:off x="5846975" y="2577131"/>
            <a:ext cx="4562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 alterar ou acessar os atributos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2d5ab6c0ac4_0_150"/>
          <p:cNvSpPr/>
          <p:nvPr/>
        </p:nvSpPr>
        <p:spPr>
          <a:xfrm>
            <a:off x="1634004" y="1879567"/>
            <a:ext cx="106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2d5ab6c0ac4_0_150"/>
          <p:cNvSpPr/>
          <p:nvPr/>
        </p:nvSpPr>
        <p:spPr>
          <a:xfrm>
            <a:off x="1920135" y="1839054"/>
            <a:ext cx="20892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2d5ab6c0ac4_0_150"/>
          <p:cNvSpPr/>
          <p:nvPr/>
        </p:nvSpPr>
        <p:spPr>
          <a:xfrm>
            <a:off x="1634004" y="2149317"/>
            <a:ext cx="2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5" name="Google Shape;415;g2d5ab6c0ac4_0_150"/>
          <p:cNvSpPr/>
          <p:nvPr/>
        </p:nvSpPr>
        <p:spPr>
          <a:xfrm>
            <a:off x="1920135" y="2122471"/>
            <a:ext cx="3388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Representadas por atributos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21" name="Google Shape;421;g2d5ab6c0ac4_0_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2d5ab6c0ac4_0_212"/>
          <p:cNvSpPr/>
          <p:nvPr/>
        </p:nvSpPr>
        <p:spPr>
          <a:xfrm>
            <a:off x="727075" y="312529"/>
            <a:ext cx="1358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OBJETO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2d5ab6c0ac4_0_212"/>
          <p:cNvSpPr/>
          <p:nvPr/>
        </p:nvSpPr>
        <p:spPr>
          <a:xfrm>
            <a:off x="273050" y="118078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2d5ab6c0ac4_0_212"/>
          <p:cNvSpPr/>
          <p:nvPr/>
        </p:nvSpPr>
        <p:spPr>
          <a:xfrm>
            <a:off x="559118" y="1214675"/>
            <a:ext cx="3765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uma entidade do mundo real.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2d5ab6c0ac4_0_212"/>
          <p:cNvSpPr/>
          <p:nvPr/>
        </p:nvSpPr>
        <p:spPr>
          <a:xfrm>
            <a:off x="273050" y="1419060"/>
            <a:ext cx="137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2d5ab6c0ac4_0_212"/>
          <p:cNvSpPr/>
          <p:nvPr/>
        </p:nvSpPr>
        <p:spPr>
          <a:xfrm>
            <a:off x="559118" y="1453181"/>
            <a:ext cx="943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objeto é originado a partir de uma classe (é uma instância de uma classe).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2d5ab6c0ac4_0_212"/>
          <p:cNvSpPr/>
          <p:nvPr/>
        </p:nvSpPr>
        <p:spPr>
          <a:xfrm>
            <a:off x="273050" y="1667091"/>
            <a:ext cx="137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2d5ab6c0ac4_0_212"/>
          <p:cNvSpPr/>
          <p:nvPr/>
        </p:nvSpPr>
        <p:spPr>
          <a:xfrm>
            <a:off x="559118" y="1701212"/>
            <a:ext cx="5018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classe forneceu os atributos e métodos.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2d5ab6c0ac4_0_212"/>
          <p:cNvSpPr/>
          <p:nvPr/>
        </p:nvSpPr>
        <p:spPr>
          <a:xfrm>
            <a:off x="273050" y="1914995"/>
            <a:ext cx="137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2d5ab6c0ac4_0_212"/>
          <p:cNvSpPr/>
          <p:nvPr/>
        </p:nvSpPr>
        <p:spPr>
          <a:xfrm>
            <a:off x="559118" y="1949116"/>
            <a:ext cx="6756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partir de uma classe podemos criar diferentes objetos.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2d5ab6c0ac4_0_212"/>
          <p:cNvSpPr/>
          <p:nvPr/>
        </p:nvSpPr>
        <p:spPr>
          <a:xfrm>
            <a:off x="1409954" y="2377225"/>
            <a:ext cx="1251611" cy="304635"/>
          </a:xfrm>
          <a:custGeom>
            <a:rect b="b" l="l" r="r" t="t"/>
            <a:pathLst>
              <a:path extrusionOk="0" h="304635" w="1251611">
                <a:moveTo>
                  <a:pt x="0" y="0"/>
                </a:moveTo>
                <a:lnTo>
                  <a:pt x="1251611" y="0"/>
                </a:lnTo>
                <a:lnTo>
                  <a:pt x="1251611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2" name="Google Shape;432;g2d5ab6c0ac4_0_212"/>
          <p:cNvSpPr/>
          <p:nvPr/>
        </p:nvSpPr>
        <p:spPr>
          <a:xfrm>
            <a:off x="2661539" y="2377225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3" name="Google Shape;433;g2d5ab6c0ac4_0_212"/>
          <p:cNvSpPr/>
          <p:nvPr/>
        </p:nvSpPr>
        <p:spPr>
          <a:xfrm>
            <a:off x="1409954" y="2681898"/>
            <a:ext cx="1251611" cy="304635"/>
          </a:xfrm>
          <a:custGeom>
            <a:rect b="b" l="l" r="r" t="t"/>
            <a:pathLst>
              <a:path extrusionOk="0" h="304635" w="1251611">
                <a:moveTo>
                  <a:pt x="0" y="0"/>
                </a:moveTo>
                <a:lnTo>
                  <a:pt x="1251611" y="0"/>
                </a:lnTo>
                <a:lnTo>
                  <a:pt x="1251611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34" name="Google Shape;434;g2d5ab6c0ac4_0_212"/>
          <p:cNvSpPr/>
          <p:nvPr/>
        </p:nvSpPr>
        <p:spPr>
          <a:xfrm>
            <a:off x="2661539" y="2681898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35" name="Google Shape;435;g2d5ab6c0ac4_0_212"/>
          <p:cNvSpPr/>
          <p:nvPr/>
        </p:nvSpPr>
        <p:spPr>
          <a:xfrm>
            <a:off x="1409954" y="2986571"/>
            <a:ext cx="1251611" cy="304635"/>
          </a:xfrm>
          <a:custGeom>
            <a:rect b="b" l="l" r="r" t="t"/>
            <a:pathLst>
              <a:path extrusionOk="0" h="304635" w="1251611">
                <a:moveTo>
                  <a:pt x="0" y="0"/>
                </a:moveTo>
                <a:lnTo>
                  <a:pt x="1251611" y="0"/>
                </a:lnTo>
                <a:lnTo>
                  <a:pt x="1251611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436" name="Google Shape;436;g2d5ab6c0ac4_0_212"/>
          <p:cNvSpPr/>
          <p:nvPr/>
        </p:nvSpPr>
        <p:spPr>
          <a:xfrm>
            <a:off x="2661539" y="2986571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437" name="Google Shape;437;g2d5ab6c0ac4_0_212"/>
          <p:cNvSpPr/>
          <p:nvPr/>
        </p:nvSpPr>
        <p:spPr>
          <a:xfrm>
            <a:off x="1409954" y="3291117"/>
            <a:ext cx="1251611" cy="304635"/>
          </a:xfrm>
          <a:custGeom>
            <a:rect b="b" l="l" r="r" t="t"/>
            <a:pathLst>
              <a:path extrusionOk="0" h="304635" w="1251611">
                <a:moveTo>
                  <a:pt x="0" y="0"/>
                </a:moveTo>
                <a:lnTo>
                  <a:pt x="1251611" y="0"/>
                </a:lnTo>
                <a:lnTo>
                  <a:pt x="1251611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38" name="Google Shape;438;g2d5ab6c0ac4_0_212"/>
          <p:cNvSpPr/>
          <p:nvPr/>
        </p:nvSpPr>
        <p:spPr>
          <a:xfrm>
            <a:off x="2661539" y="3291117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39" name="Google Shape;439;g2d5ab6c0ac4_0_212"/>
          <p:cNvSpPr/>
          <p:nvPr/>
        </p:nvSpPr>
        <p:spPr>
          <a:xfrm>
            <a:off x="2661539" y="2370964"/>
            <a:ext cx="0" cy="1231138"/>
          </a:xfrm>
          <a:custGeom>
            <a:rect b="b" l="l" r="r" t="t"/>
            <a:pathLst>
              <a:path extrusionOk="0" h="1231138" w="120000">
                <a:moveTo>
                  <a:pt x="0" y="0"/>
                </a:moveTo>
                <a:lnTo>
                  <a:pt x="0" y="1231138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2d5ab6c0ac4_0_212"/>
          <p:cNvSpPr/>
          <p:nvPr/>
        </p:nvSpPr>
        <p:spPr>
          <a:xfrm>
            <a:off x="1403604" y="2681860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2d5ab6c0ac4_0_212"/>
          <p:cNvSpPr/>
          <p:nvPr/>
        </p:nvSpPr>
        <p:spPr>
          <a:xfrm>
            <a:off x="1403604" y="2986533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2d5ab6c0ac4_0_212"/>
          <p:cNvSpPr/>
          <p:nvPr/>
        </p:nvSpPr>
        <p:spPr>
          <a:xfrm>
            <a:off x="1403604" y="3291206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2d5ab6c0ac4_0_212"/>
          <p:cNvSpPr/>
          <p:nvPr/>
        </p:nvSpPr>
        <p:spPr>
          <a:xfrm>
            <a:off x="1409954" y="2370964"/>
            <a:ext cx="0" cy="1231138"/>
          </a:xfrm>
          <a:custGeom>
            <a:rect b="b" l="l" r="r" t="t"/>
            <a:pathLst>
              <a:path extrusionOk="0" h="1231138" w="120000">
                <a:moveTo>
                  <a:pt x="0" y="0"/>
                </a:moveTo>
                <a:lnTo>
                  <a:pt x="0" y="1231138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2d5ab6c0ac4_0_212"/>
          <p:cNvSpPr/>
          <p:nvPr/>
        </p:nvSpPr>
        <p:spPr>
          <a:xfrm>
            <a:off x="1403604" y="2377314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2d5ab6c0ac4_0_212"/>
          <p:cNvSpPr/>
          <p:nvPr/>
        </p:nvSpPr>
        <p:spPr>
          <a:xfrm>
            <a:off x="1403604" y="3595752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2d5ab6c0ac4_0_212"/>
          <p:cNvSpPr/>
          <p:nvPr/>
        </p:nvSpPr>
        <p:spPr>
          <a:xfrm>
            <a:off x="1499616" y="2429271"/>
            <a:ext cx="14142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5ab6c0ac4_0_212"/>
          <p:cNvSpPr/>
          <p:nvPr/>
        </p:nvSpPr>
        <p:spPr>
          <a:xfrm>
            <a:off x="2790190" y="2429271"/>
            <a:ext cx="1161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2d5ab6c0ac4_0_212"/>
          <p:cNvSpPr/>
          <p:nvPr/>
        </p:nvSpPr>
        <p:spPr>
          <a:xfrm>
            <a:off x="1499235" y="2734325"/>
            <a:ext cx="792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2d5ab6c0ac4_0_212"/>
          <p:cNvSpPr/>
          <p:nvPr/>
        </p:nvSpPr>
        <p:spPr>
          <a:xfrm>
            <a:off x="2752104" y="2734325"/>
            <a:ext cx="963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450"/>
              <a:t>Modelo 1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2d5ab6c0ac4_0_212"/>
          <p:cNvSpPr/>
          <p:nvPr/>
        </p:nvSpPr>
        <p:spPr>
          <a:xfrm>
            <a:off x="1499235" y="3039506"/>
            <a:ext cx="3966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2d5ab6c0ac4_0_212"/>
          <p:cNvSpPr/>
          <p:nvPr/>
        </p:nvSpPr>
        <p:spPr>
          <a:xfrm>
            <a:off x="2752090" y="3039506"/>
            <a:ext cx="5646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Prata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2d5ab6c0ac4_0_212"/>
          <p:cNvSpPr/>
          <p:nvPr/>
        </p:nvSpPr>
        <p:spPr>
          <a:xfrm>
            <a:off x="1499235" y="3344560"/>
            <a:ext cx="425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2d5ab6c0ac4_0_212"/>
          <p:cNvSpPr/>
          <p:nvPr/>
        </p:nvSpPr>
        <p:spPr>
          <a:xfrm>
            <a:off x="2752090" y="3344560"/>
            <a:ext cx="552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1994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2d5ab6c0ac4_0_212"/>
          <p:cNvSpPr/>
          <p:nvPr/>
        </p:nvSpPr>
        <p:spPr>
          <a:xfrm>
            <a:off x="1409954" y="3598965"/>
            <a:ext cx="2399538" cy="304635"/>
          </a:xfrm>
          <a:custGeom>
            <a:rect b="b" l="l" r="r" t="t"/>
            <a:pathLst>
              <a:path extrusionOk="0" h="304635" w="2399538">
                <a:moveTo>
                  <a:pt x="0" y="0"/>
                </a:moveTo>
                <a:lnTo>
                  <a:pt x="2399538" y="0"/>
                </a:lnTo>
                <a:lnTo>
                  <a:pt x="239953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5" name="Google Shape;455;g2d5ab6c0ac4_0_212"/>
          <p:cNvSpPr/>
          <p:nvPr/>
        </p:nvSpPr>
        <p:spPr>
          <a:xfrm>
            <a:off x="1409954" y="3903511"/>
            <a:ext cx="2399538" cy="304635"/>
          </a:xfrm>
          <a:custGeom>
            <a:rect b="b" l="l" r="r" t="t"/>
            <a:pathLst>
              <a:path extrusionOk="0" h="304635" w="2399538">
                <a:moveTo>
                  <a:pt x="0" y="0"/>
                </a:moveTo>
                <a:lnTo>
                  <a:pt x="2399538" y="0"/>
                </a:lnTo>
                <a:lnTo>
                  <a:pt x="239953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56" name="Google Shape;456;g2d5ab6c0ac4_0_212"/>
          <p:cNvSpPr/>
          <p:nvPr/>
        </p:nvSpPr>
        <p:spPr>
          <a:xfrm>
            <a:off x="1409954" y="4208197"/>
            <a:ext cx="2399538" cy="304635"/>
          </a:xfrm>
          <a:custGeom>
            <a:rect b="b" l="l" r="r" t="t"/>
            <a:pathLst>
              <a:path extrusionOk="0" h="304635" w="2399538">
                <a:moveTo>
                  <a:pt x="0" y="0"/>
                </a:moveTo>
                <a:lnTo>
                  <a:pt x="2399538" y="0"/>
                </a:lnTo>
                <a:lnTo>
                  <a:pt x="239953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457" name="Google Shape;457;g2d5ab6c0ac4_0_212"/>
          <p:cNvSpPr/>
          <p:nvPr/>
        </p:nvSpPr>
        <p:spPr>
          <a:xfrm>
            <a:off x="1403604" y="3903600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2d5ab6c0ac4_0_212"/>
          <p:cNvSpPr/>
          <p:nvPr/>
        </p:nvSpPr>
        <p:spPr>
          <a:xfrm>
            <a:off x="1403604" y="4208146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2d5ab6c0ac4_0_212"/>
          <p:cNvSpPr/>
          <p:nvPr/>
        </p:nvSpPr>
        <p:spPr>
          <a:xfrm>
            <a:off x="1409954" y="3592577"/>
            <a:ext cx="0" cy="926605"/>
          </a:xfrm>
          <a:custGeom>
            <a:rect b="b" l="l" r="r" t="t"/>
            <a:pathLst>
              <a:path extrusionOk="0" h="926605" w="120000">
                <a:moveTo>
                  <a:pt x="0" y="0"/>
                </a:moveTo>
                <a:lnTo>
                  <a:pt x="0" y="926605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2d5ab6c0ac4_0_212"/>
          <p:cNvSpPr/>
          <p:nvPr/>
        </p:nvSpPr>
        <p:spPr>
          <a:xfrm>
            <a:off x="3809492" y="3592577"/>
            <a:ext cx="0" cy="926605"/>
          </a:xfrm>
          <a:custGeom>
            <a:rect b="b" l="l" r="r" t="t"/>
            <a:pathLst>
              <a:path extrusionOk="0" h="926605" w="120000">
                <a:moveTo>
                  <a:pt x="0" y="0"/>
                </a:moveTo>
                <a:lnTo>
                  <a:pt x="0" y="926605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2d5ab6c0ac4_0_212"/>
          <p:cNvSpPr/>
          <p:nvPr/>
        </p:nvSpPr>
        <p:spPr>
          <a:xfrm>
            <a:off x="1403604" y="4512832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2d5ab6c0ac4_0_212"/>
          <p:cNvSpPr/>
          <p:nvPr/>
        </p:nvSpPr>
        <p:spPr>
          <a:xfrm>
            <a:off x="2148205" y="3653203"/>
            <a:ext cx="1236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2d5ab6c0ac4_0_212"/>
          <p:cNvSpPr/>
          <p:nvPr/>
        </p:nvSpPr>
        <p:spPr>
          <a:xfrm>
            <a:off x="1499235" y="3957716"/>
            <a:ext cx="1930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Abrir/Fechar Porta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2d5ab6c0ac4_0_212"/>
          <p:cNvSpPr/>
          <p:nvPr/>
        </p:nvSpPr>
        <p:spPr>
          <a:xfrm>
            <a:off x="1499235" y="4262834"/>
            <a:ext cx="1484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Ligar/Desligar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2d5ab6c0ac4_0_212"/>
          <p:cNvSpPr/>
          <p:nvPr/>
        </p:nvSpPr>
        <p:spPr>
          <a:xfrm>
            <a:off x="6468110" y="2384591"/>
            <a:ext cx="1251610" cy="304635"/>
          </a:xfrm>
          <a:custGeom>
            <a:rect b="b" l="l" r="r" t="t"/>
            <a:pathLst>
              <a:path extrusionOk="0" h="304635" w="1251610">
                <a:moveTo>
                  <a:pt x="0" y="0"/>
                </a:moveTo>
                <a:lnTo>
                  <a:pt x="1251610" y="0"/>
                </a:lnTo>
                <a:lnTo>
                  <a:pt x="1251610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66" name="Google Shape;466;g2d5ab6c0ac4_0_212"/>
          <p:cNvSpPr/>
          <p:nvPr/>
        </p:nvSpPr>
        <p:spPr>
          <a:xfrm>
            <a:off x="7719695" y="2384591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67" name="Google Shape;467;g2d5ab6c0ac4_0_212"/>
          <p:cNvSpPr/>
          <p:nvPr/>
        </p:nvSpPr>
        <p:spPr>
          <a:xfrm>
            <a:off x="6468110" y="2689264"/>
            <a:ext cx="1251610" cy="304635"/>
          </a:xfrm>
          <a:custGeom>
            <a:rect b="b" l="l" r="r" t="t"/>
            <a:pathLst>
              <a:path extrusionOk="0" h="304635" w="1251610">
                <a:moveTo>
                  <a:pt x="0" y="0"/>
                </a:moveTo>
                <a:lnTo>
                  <a:pt x="1251610" y="0"/>
                </a:lnTo>
                <a:lnTo>
                  <a:pt x="1251610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68" name="Google Shape;468;g2d5ab6c0ac4_0_212"/>
          <p:cNvSpPr/>
          <p:nvPr/>
        </p:nvSpPr>
        <p:spPr>
          <a:xfrm>
            <a:off x="7719695" y="2689264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69" name="Google Shape;469;g2d5ab6c0ac4_0_212"/>
          <p:cNvSpPr/>
          <p:nvPr/>
        </p:nvSpPr>
        <p:spPr>
          <a:xfrm>
            <a:off x="6468110" y="2993937"/>
            <a:ext cx="1251610" cy="304635"/>
          </a:xfrm>
          <a:custGeom>
            <a:rect b="b" l="l" r="r" t="t"/>
            <a:pathLst>
              <a:path extrusionOk="0" h="304635" w="1251610">
                <a:moveTo>
                  <a:pt x="0" y="0"/>
                </a:moveTo>
                <a:lnTo>
                  <a:pt x="1251610" y="0"/>
                </a:lnTo>
                <a:lnTo>
                  <a:pt x="1251610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470" name="Google Shape;470;g2d5ab6c0ac4_0_212"/>
          <p:cNvSpPr/>
          <p:nvPr/>
        </p:nvSpPr>
        <p:spPr>
          <a:xfrm>
            <a:off x="7719695" y="2993937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471" name="Google Shape;471;g2d5ab6c0ac4_0_212"/>
          <p:cNvSpPr/>
          <p:nvPr/>
        </p:nvSpPr>
        <p:spPr>
          <a:xfrm>
            <a:off x="6468110" y="3298483"/>
            <a:ext cx="1251610" cy="304635"/>
          </a:xfrm>
          <a:custGeom>
            <a:rect b="b" l="l" r="r" t="t"/>
            <a:pathLst>
              <a:path extrusionOk="0" h="304635" w="1251610">
                <a:moveTo>
                  <a:pt x="0" y="0"/>
                </a:moveTo>
                <a:lnTo>
                  <a:pt x="1251610" y="0"/>
                </a:lnTo>
                <a:lnTo>
                  <a:pt x="1251610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72" name="Google Shape;472;g2d5ab6c0ac4_0_212"/>
          <p:cNvSpPr/>
          <p:nvPr/>
        </p:nvSpPr>
        <p:spPr>
          <a:xfrm>
            <a:off x="7719695" y="3298483"/>
            <a:ext cx="1147928" cy="304635"/>
          </a:xfrm>
          <a:custGeom>
            <a:rect b="b" l="l" r="r" t="t"/>
            <a:pathLst>
              <a:path extrusionOk="0" h="304635" w="1147928">
                <a:moveTo>
                  <a:pt x="0" y="0"/>
                </a:moveTo>
                <a:lnTo>
                  <a:pt x="1147928" y="0"/>
                </a:lnTo>
                <a:lnTo>
                  <a:pt x="114792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73" name="Google Shape;473;g2d5ab6c0ac4_0_212"/>
          <p:cNvSpPr/>
          <p:nvPr/>
        </p:nvSpPr>
        <p:spPr>
          <a:xfrm>
            <a:off x="7719695" y="2378330"/>
            <a:ext cx="0" cy="1231138"/>
          </a:xfrm>
          <a:custGeom>
            <a:rect b="b" l="l" r="r" t="t"/>
            <a:pathLst>
              <a:path extrusionOk="0" h="1231138" w="120000">
                <a:moveTo>
                  <a:pt x="0" y="0"/>
                </a:moveTo>
                <a:lnTo>
                  <a:pt x="0" y="1231138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2d5ab6c0ac4_0_212"/>
          <p:cNvSpPr/>
          <p:nvPr/>
        </p:nvSpPr>
        <p:spPr>
          <a:xfrm>
            <a:off x="6461760" y="2689226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2d5ab6c0ac4_0_212"/>
          <p:cNvSpPr/>
          <p:nvPr/>
        </p:nvSpPr>
        <p:spPr>
          <a:xfrm>
            <a:off x="6461760" y="2993899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2d5ab6c0ac4_0_212"/>
          <p:cNvSpPr/>
          <p:nvPr/>
        </p:nvSpPr>
        <p:spPr>
          <a:xfrm>
            <a:off x="6461760" y="3298572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2d5ab6c0ac4_0_212"/>
          <p:cNvSpPr/>
          <p:nvPr/>
        </p:nvSpPr>
        <p:spPr>
          <a:xfrm>
            <a:off x="6468110" y="2378330"/>
            <a:ext cx="0" cy="1231138"/>
          </a:xfrm>
          <a:custGeom>
            <a:rect b="b" l="l" r="r" t="t"/>
            <a:pathLst>
              <a:path extrusionOk="0" h="1231138" w="120000">
                <a:moveTo>
                  <a:pt x="0" y="0"/>
                </a:moveTo>
                <a:lnTo>
                  <a:pt x="0" y="1231138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2d5ab6c0ac4_0_212"/>
          <p:cNvSpPr/>
          <p:nvPr/>
        </p:nvSpPr>
        <p:spPr>
          <a:xfrm>
            <a:off x="6461760" y="2384680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2d5ab6c0ac4_0_212"/>
          <p:cNvSpPr/>
          <p:nvPr/>
        </p:nvSpPr>
        <p:spPr>
          <a:xfrm>
            <a:off x="6461760" y="3603118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2d5ab6c0ac4_0_212"/>
          <p:cNvSpPr/>
          <p:nvPr/>
        </p:nvSpPr>
        <p:spPr>
          <a:xfrm>
            <a:off x="6562725" y="2436891"/>
            <a:ext cx="14142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2d5ab6c0ac4_0_212"/>
          <p:cNvSpPr/>
          <p:nvPr/>
        </p:nvSpPr>
        <p:spPr>
          <a:xfrm>
            <a:off x="7853426" y="2436891"/>
            <a:ext cx="1160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2d5ab6c0ac4_0_212"/>
          <p:cNvSpPr/>
          <p:nvPr/>
        </p:nvSpPr>
        <p:spPr>
          <a:xfrm>
            <a:off x="6562090" y="2742233"/>
            <a:ext cx="7941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2d5ab6c0ac4_0_212"/>
          <p:cNvSpPr/>
          <p:nvPr/>
        </p:nvSpPr>
        <p:spPr>
          <a:xfrm>
            <a:off x="7814952" y="2742225"/>
            <a:ext cx="963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450"/>
              <a:t>Modelo 2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2d5ab6c0ac4_0_212"/>
          <p:cNvSpPr/>
          <p:nvPr/>
        </p:nvSpPr>
        <p:spPr>
          <a:xfrm>
            <a:off x="6562090" y="3046745"/>
            <a:ext cx="3975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2d5ab6c0ac4_0_212"/>
          <p:cNvSpPr/>
          <p:nvPr/>
        </p:nvSpPr>
        <p:spPr>
          <a:xfrm>
            <a:off x="7814952" y="3046750"/>
            <a:ext cx="792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450"/>
              <a:t>Branco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2d5ab6c0ac4_0_212"/>
          <p:cNvSpPr/>
          <p:nvPr/>
        </p:nvSpPr>
        <p:spPr>
          <a:xfrm>
            <a:off x="6562090" y="3351927"/>
            <a:ext cx="426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2d5ab6c0ac4_0_212"/>
          <p:cNvSpPr/>
          <p:nvPr/>
        </p:nvSpPr>
        <p:spPr>
          <a:xfrm>
            <a:off x="7814945" y="3351927"/>
            <a:ext cx="5535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1995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2d5ab6c0ac4_0_212"/>
          <p:cNvSpPr/>
          <p:nvPr/>
        </p:nvSpPr>
        <p:spPr>
          <a:xfrm>
            <a:off x="6468237" y="3606331"/>
            <a:ext cx="2399538" cy="304635"/>
          </a:xfrm>
          <a:custGeom>
            <a:rect b="b" l="l" r="r" t="t"/>
            <a:pathLst>
              <a:path extrusionOk="0" h="304635" w="2399538">
                <a:moveTo>
                  <a:pt x="0" y="0"/>
                </a:moveTo>
                <a:lnTo>
                  <a:pt x="2399538" y="0"/>
                </a:lnTo>
                <a:lnTo>
                  <a:pt x="239953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89" name="Google Shape;489;g2d5ab6c0ac4_0_212"/>
          <p:cNvSpPr/>
          <p:nvPr/>
        </p:nvSpPr>
        <p:spPr>
          <a:xfrm>
            <a:off x="6468237" y="3911004"/>
            <a:ext cx="2399538" cy="304635"/>
          </a:xfrm>
          <a:custGeom>
            <a:rect b="b" l="l" r="r" t="t"/>
            <a:pathLst>
              <a:path extrusionOk="0" h="304635" w="2399538">
                <a:moveTo>
                  <a:pt x="0" y="0"/>
                </a:moveTo>
                <a:lnTo>
                  <a:pt x="2399538" y="0"/>
                </a:lnTo>
                <a:lnTo>
                  <a:pt x="239953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490" name="Google Shape;490;g2d5ab6c0ac4_0_212"/>
          <p:cNvSpPr/>
          <p:nvPr/>
        </p:nvSpPr>
        <p:spPr>
          <a:xfrm>
            <a:off x="6468237" y="4215601"/>
            <a:ext cx="2399538" cy="304635"/>
          </a:xfrm>
          <a:custGeom>
            <a:rect b="b" l="l" r="r" t="t"/>
            <a:pathLst>
              <a:path extrusionOk="0" h="304635" w="2399538">
                <a:moveTo>
                  <a:pt x="0" y="0"/>
                </a:moveTo>
                <a:lnTo>
                  <a:pt x="2399538" y="0"/>
                </a:lnTo>
                <a:lnTo>
                  <a:pt x="239953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491" name="Google Shape;491;g2d5ab6c0ac4_0_212"/>
          <p:cNvSpPr/>
          <p:nvPr/>
        </p:nvSpPr>
        <p:spPr>
          <a:xfrm>
            <a:off x="6461887" y="3910966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2d5ab6c0ac4_0_212"/>
          <p:cNvSpPr/>
          <p:nvPr/>
        </p:nvSpPr>
        <p:spPr>
          <a:xfrm>
            <a:off x="6461887" y="4215639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2d5ab6c0ac4_0_212"/>
          <p:cNvSpPr/>
          <p:nvPr/>
        </p:nvSpPr>
        <p:spPr>
          <a:xfrm>
            <a:off x="6468237" y="3599943"/>
            <a:ext cx="0" cy="926643"/>
          </a:xfrm>
          <a:custGeom>
            <a:rect b="b" l="l" r="r" t="t"/>
            <a:pathLst>
              <a:path extrusionOk="0" h="926643" w="120000">
                <a:moveTo>
                  <a:pt x="0" y="0"/>
                </a:moveTo>
                <a:lnTo>
                  <a:pt x="0" y="926643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2d5ab6c0ac4_0_212"/>
          <p:cNvSpPr/>
          <p:nvPr/>
        </p:nvSpPr>
        <p:spPr>
          <a:xfrm>
            <a:off x="8867775" y="3599943"/>
            <a:ext cx="0" cy="926643"/>
          </a:xfrm>
          <a:custGeom>
            <a:rect b="b" l="l" r="r" t="t"/>
            <a:pathLst>
              <a:path extrusionOk="0" h="926643" w="120000">
                <a:moveTo>
                  <a:pt x="0" y="0"/>
                </a:moveTo>
                <a:lnTo>
                  <a:pt x="0" y="926643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2d5ab6c0ac4_0_212"/>
          <p:cNvSpPr/>
          <p:nvPr/>
        </p:nvSpPr>
        <p:spPr>
          <a:xfrm>
            <a:off x="6461887" y="4520236"/>
            <a:ext cx="2412238" cy="0"/>
          </a:xfrm>
          <a:custGeom>
            <a:rect b="b" l="l" r="r" t="t"/>
            <a:pathLst>
              <a:path extrusionOk="0" h="120000" w="2412238">
                <a:moveTo>
                  <a:pt x="0" y="0"/>
                </a:moveTo>
                <a:lnTo>
                  <a:pt x="241223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2d5ab6c0ac4_0_212"/>
          <p:cNvSpPr/>
          <p:nvPr/>
        </p:nvSpPr>
        <p:spPr>
          <a:xfrm>
            <a:off x="7211441" y="3660155"/>
            <a:ext cx="12363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2d5ab6c0ac4_0_212"/>
          <p:cNvSpPr/>
          <p:nvPr/>
        </p:nvSpPr>
        <p:spPr>
          <a:xfrm>
            <a:off x="6562344" y="3965336"/>
            <a:ext cx="1930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Abrir/Fechar Porta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2d5ab6c0ac4_0_212"/>
          <p:cNvSpPr/>
          <p:nvPr/>
        </p:nvSpPr>
        <p:spPr>
          <a:xfrm>
            <a:off x="6562344" y="4270741"/>
            <a:ext cx="1485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Ligar/Desligar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04" name="Google Shape;504;g2d5ab6c0ac4_0_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2d5ab6c0ac4_0_216"/>
          <p:cNvSpPr/>
          <p:nvPr/>
        </p:nvSpPr>
        <p:spPr>
          <a:xfrm>
            <a:off x="735225" y="312529"/>
            <a:ext cx="3109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CLASSE X OBJETO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2d5ab6c0ac4_0_216"/>
          <p:cNvSpPr/>
          <p:nvPr/>
        </p:nvSpPr>
        <p:spPr>
          <a:xfrm>
            <a:off x="1225763" y="1744600"/>
            <a:ext cx="7610475" cy="381000"/>
          </a:xfrm>
          <a:custGeom>
            <a:rect b="b" l="l" r="r" t="t"/>
            <a:pathLst>
              <a:path extrusionOk="0" h="381000" w="7610475">
                <a:moveTo>
                  <a:pt x="0" y="0"/>
                </a:moveTo>
                <a:lnTo>
                  <a:pt x="7610475" y="0"/>
                </a:lnTo>
                <a:lnTo>
                  <a:pt x="7610475" y="381000"/>
                </a:lnTo>
                <a:lnTo>
                  <a:pt x="0" y="381000"/>
                </a:lnTo>
                <a:lnTo>
                  <a:pt x="0" y="0"/>
                </a:lnTo>
              </a:path>
            </a:pathLst>
          </a:custGeom>
          <a:solidFill>
            <a:srgbClr val="FFFF00"/>
          </a:solidFill>
          <a:ln>
            <a:noFill/>
          </a:ln>
        </p:spPr>
      </p:sp>
      <p:sp>
        <p:nvSpPr>
          <p:cNvPr id="507" name="Google Shape;507;g2d5ab6c0ac4_0_216"/>
          <p:cNvSpPr/>
          <p:nvPr/>
        </p:nvSpPr>
        <p:spPr>
          <a:xfrm>
            <a:off x="1225763" y="1744600"/>
            <a:ext cx="7610475" cy="381000"/>
          </a:xfrm>
          <a:custGeom>
            <a:rect b="b" l="l" r="r" t="t"/>
            <a:pathLst>
              <a:path extrusionOk="0" h="381000" w="7610475">
                <a:moveTo>
                  <a:pt x="0" y="381000"/>
                </a:moveTo>
                <a:lnTo>
                  <a:pt x="7610475" y="381000"/>
                </a:lnTo>
                <a:lnTo>
                  <a:pt x="761047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2d5ab6c0ac4_0_216"/>
          <p:cNvSpPr/>
          <p:nvPr/>
        </p:nvSpPr>
        <p:spPr>
          <a:xfrm>
            <a:off x="1311805" y="1844976"/>
            <a:ext cx="9804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classe não é um objeto! A classe é uma representação para criar os objetos!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g2d5ab6c0ac4_0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9275" y="2454276"/>
            <a:ext cx="4733925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2d5ab6c0ac4_0_216"/>
          <p:cNvSpPr/>
          <p:nvPr/>
        </p:nvSpPr>
        <p:spPr>
          <a:xfrm>
            <a:off x="2659275" y="2454276"/>
            <a:ext cx="4733925" cy="1724025"/>
          </a:xfrm>
          <a:custGeom>
            <a:rect b="b" l="l" r="r" t="t"/>
            <a:pathLst>
              <a:path extrusionOk="0" h="1724025" w="4733925">
                <a:moveTo>
                  <a:pt x="0" y="1724025"/>
                </a:moveTo>
                <a:lnTo>
                  <a:pt x="4733925" y="1724025"/>
                </a:lnTo>
                <a:lnTo>
                  <a:pt x="473392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16" name="Google Shape;516;g2d5ab6c0ac4_0_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2d5ab6c0ac4_0_333"/>
          <p:cNvSpPr/>
          <p:nvPr/>
        </p:nvSpPr>
        <p:spPr>
          <a:xfrm>
            <a:off x="742725" y="312529"/>
            <a:ext cx="5214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CRIANDO UMA CLASSE NO PHP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d5ab6c0ac4_0_333"/>
          <p:cNvSpPr/>
          <p:nvPr/>
        </p:nvSpPr>
        <p:spPr>
          <a:xfrm>
            <a:off x="288700" y="1214675"/>
            <a:ext cx="4605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Criaremos agora uma classe de carro.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d5ab6c0ac4_0_333"/>
          <p:cNvSpPr/>
          <p:nvPr/>
        </p:nvSpPr>
        <p:spPr>
          <a:xfrm>
            <a:off x="288700" y="1701212"/>
            <a:ext cx="5857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raiz do seu projeto crie uma pasta chamada 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2d5ab6c0ac4_0_333"/>
          <p:cNvSpPr/>
          <p:nvPr/>
        </p:nvSpPr>
        <p:spPr>
          <a:xfrm>
            <a:off x="4684170" y="1701212"/>
            <a:ext cx="61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2d5ab6c0ac4_0_333"/>
          <p:cNvSpPr/>
          <p:nvPr/>
        </p:nvSpPr>
        <p:spPr>
          <a:xfrm>
            <a:off x="5151276" y="1701212"/>
            <a:ext cx="16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2d5ab6c0ac4_0_333"/>
          <p:cNvSpPr/>
          <p:nvPr/>
        </p:nvSpPr>
        <p:spPr>
          <a:xfrm>
            <a:off x="288700" y="2188163"/>
            <a:ext cx="20994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Dentro da pasta 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2d5ab6c0ac4_0_333"/>
          <p:cNvSpPr/>
          <p:nvPr/>
        </p:nvSpPr>
        <p:spPr>
          <a:xfrm>
            <a:off x="1861976" y="2188163"/>
            <a:ext cx="614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2d5ab6c0ac4_0_333"/>
          <p:cNvSpPr/>
          <p:nvPr/>
        </p:nvSpPr>
        <p:spPr>
          <a:xfrm>
            <a:off x="2329336" y="2188163"/>
            <a:ext cx="3918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 crie o arquivo "class_carro.inc".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2d5ab6c0ac4_0_333"/>
          <p:cNvSpPr/>
          <p:nvPr/>
        </p:nvSpPr>
        <p:spPr>
          <a:xfrm>
            <a:off x="288700" y="2674286"/>
            <a:ext cx="11091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a classe aberta, altere o seu nome para "Carro", apenas. Ficando da seguinte maneira: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g2d5ab6c0ac4_0_3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9775" y="3187675"/>
            <a:ext cx="2335149" cy="165900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2d5ab6c0ac4_0_333"/>
          <p:cNvSpPr/>
          <p:nvPr/>
        </p:nvSpPr>
        <p:spPr>
          <a:xfrm>
            <a:off x="3809775" y="3187701"/>
            <a:ext cx="2343150" cy="1666875"/>
          </a:xfrm>
          <a:custGeom>
            <a:rect b="b" l="l" r="r" t="t"/>
            <a:pathLst>
              <a:path extrusionOk="0" h="1666875" w="2343150">
                <a:moveTo>
                  <a:pt x="0" y="1666875"/>
                </a:moveTo>
                <a:lnTo>
                  <a:pt x="2343150" y="1666875"/>
                </a:lnTo>
                <a:lnTo>
                  <a:pt x="23431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33" name="Google Shape;533;g2d5ab6c0ac4_0_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2d5ab6c0ac4_0_337"/>
          <p:cNvSpPr/>
          <p:nvPr/>
        </p:nvSpPr>
        <p:spPr>
          <a:xfrm>
            <a:off x="744538" y="312529"/>
            <a:ext cx="5214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CRIANDO UMA CLASSE NO PHP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2d5ab6c0ac4_0_337"/>
          <p:cNvSpPr/>
          <p:nvPr/>
        </p:nvSpPr>
        <p:spPr>
          <a:xfrm>
            <a:off x="2612454" y="1159811"/>
            <a:ext cx="2849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serão mapeadas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2d5ab6c0ac4_0_337"/>
          <p:cNvSpPr/>
          <p:nvPr/>
        </p:nvSpPr>
        <p:spPr>
          <a:xfrm>
            <a:off x="2116773" y="1398190"/>
            <a:ext cx="3501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 as características e os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2d5ab6c0ac4_0_337"/>
          <p:cNvSpPr/>
          <p:nvPr/>
        </p:nvSpPr>
        <p:spPr>
          <a:xfrm>
            <a:off x="2383472" y="1646221"/>
            <a:ext cx="3082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métodos da classe Carro.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8" name="Google Shape;538;g2d5ab6c0ac4_0_3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0288" y="1105028"/>
            <a:ext cx="2419350" cy="3844798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2d5ab6c0ac4_0_337"/>
          <p:cNvSpPr/>
          <p:nvPr/>
        </p:nvSpPr>
        <p:spPr>
          <a:xfrm>
            <a:off x="4840288" y="1101726"/>
            <a:ext cx="2419350" cy="3848100"/>
          </a:xfrm>
          <a:custGeom>
            <a:rect b="b" l="l" r="r" t="t"/>
            <a:pathLst>
              <a:path extrusionOk="0" h="3848100" w="2419350">
                <a:moveTo>
                  <a:pt x="0" y="3848100"/>
                </a:moveTo>
                <a:lnTo>
                  <a:pt x="2419350" y="3848100"/>
                </a:lnTo>
                <a:lnTo>
                  <a:pt x="24193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45" name="Google Shape;545;g2d5ab6c0ac4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2d5ab6c0ac4_0_154"/>
          <p:cNvSpPr/>
          <p:nvPr/>
        </p:nvSpPr>
        <p:spPr>
          <a:xfrm>
            <a:off x="744538" y="312529"/>
            <a:ext cx="7752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CRIANDO OBJETOS A PARTIR DE UMA CLASSE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2d5ab6c0ac4_0_154"/>
          <p:cNvSpPr/>
          <p:nvPr/>
        </p:nvSpPr>
        <p:spPr>
          <a:xfrm>
            <a:off x="5679758" y="1207436"/>
            <a:ext cx="2870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serão criados dois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2d5ab6c0ac4_0_154"/>
          <p:cNvSpPr/>
          <p:nvPr/>
        </p:nvSpPr>
        <p:spPr>
          <a:xfrm>
            <a:off x="7844220" y="1207436"/>
            <a:ext cx="934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2d5ab6c0ac4_0_154"/>
          <p:cNvSpPr/>
          <p:nvPr/>
        </p:nvSpPr>
        <p:spPr>
          <a:xfrm>
            <a:off x="5679758" y="1445815"/>
            <a:ext cx="3579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provenientes da classe Carro.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2d5ab6c0ac4_0_154"/>
          <p:cNvSpPr/>
          <p:nvPr/>
        </p:nvSpPr>
        <p:spPr>
          <a:xfrm>
            <a:off x="5679758" y="1907861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d5ab6c0ac4_0_154"/>
          <p:cNvSpPr/>
          <p:nvPr/>
        </p:nvSpPr>
        <p:spPr>
          <a:xfrm>
            <a:off x="5965889" y="1941750"/>
            <a:ext cx="3060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criação de um objeto é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2d5ab6c0ac4_0_154"/>
          <p:cNvSpPr/>
          <p:nvPr/>
        </p:nvSpPr>
        <p:spPr>
          <a:xfrm>
            <a:off x="5965888" y="2180256"/>
            <a:ext cx="3123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dada a partir da instrução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2d5ab6c0ac4_0_154"/>
          <p:cNvSpPr/>
          <p:nvPr/>
        </p:nvSpPr>
        <p:spPr>
          <a:xfrm>
            <a:off x="5965889" y="2428287"/>
            <a:ext cx="2795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antes do nome da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2d5ab6c0ac4_0_154"/>
          <p:cNvSpPr/>
          <p:nvPr/>
        </p:nvSpPr>
        <p:spPr>
          <a:xfrm>
            <a:off x="5965888" y="2666666"/>
            <a:ext cx="845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2d5ab6c0ac4_0_154"/>
          <p:cNvSpPr/>
          <p:nvPr/>
        </p:nvSpPr>
        <p:spPr>
          <a:xfrm>
            <a:off x="5679758" y="3129092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2d5ab6c0ac4_0_154"/>
          <p:cNvSpPr/>
          <p:nvPr/>
        </p:nvSpPr>
        <p:spPr>
          <a:xfrm>
            <a:off x="5965889" y="3163269"/>
            <a:ext cx="33246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necessário que o arquivo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2d5ab6c0ac4_0_154"/>
          <p:cNvSpPr/>
          <p:nvPr/>
        </p:nvSpPr>
        <p:spPr>
          <a:xfrm>
            <a:off x="5965889" y="3401361"/>
            <a:ext cx="3350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contém a classe esteja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2d5ab6c0ac4_0_154"/>
          <p:cNvSpPr/>
          <p:nvPr/>
        </p:nvSpPr>
        <p:spPr>
          <a:xfrm>
            <a:off x="5965889" y="3649265"/>
            <a:ext cx="2084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incluído/requerido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2d5ab6c0ac4_0_154"/>
          <p:cNvSpPr/>
          <p:nvPr/>
        </p:nvSpPr>
        <p:spPr>
          <a:xfrm>
            <a:off x="5679758" y="3853882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2d5ab6c0ac4_0_154"/>
          <p:cNvSpPr/>
          <p:nvPr/>
        </p:nvSpPr>
        <p:spPr>
          <a:xfrm>
            <a:off x="5965889" y="3887771"/>
            <a:ext cx="295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comando retorna 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2d5ab6c0ac4_0_154"/>
          <p:cNvSpPr/>
          <p:nvPr/>
        </p:nvSpPr>
        <p:spPr>
          <a:xfrm>
            <a:off x="5965889" y="4135675"/>
            <a:ext cx="2958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instância da classe para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2d5ab6c0ac4_0_154"/>
          <p:cNvSpPr/>
          <p:nvPr/>
        </p:nvSpPr>
        <p:spPr>
          <a:xfrm>
            <a:off x="5965889" y="4383706"/>
            <a:ext cx="3234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utilização, ou seja, o objeto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g2d5ab6c0ac4_0_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9863" y="1701801"/>
            <a:ext cx="382117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2d5ab6c0ac4_0_154"/>
          <p:cNvSpPr/>
          <p:nvPr/>
        </p:nvSpPr>
        <p:spPr>
          <a:xfrm>
            <a:off x="1439863" y="1701801"/>
            <a:ext cx="3829050" cy="2638425"/>
          </a:xfrm>
          <a:custGeom>
            <a:rect b="b" l="l" r="r" t="t"/>
            <a:pathLst>
              <a:path extrusionOk="0" h="2638425" w="3829050">
                <a:moveTo>
                  <a:pt x="0" y="2638425"/>
                </a:moveTo>
                <a:lnTo>
                  <a:pt x="3829050" y="2638425"/>
                </a:lnTo>
                <a:lnTo>
                  <a:pt x="38290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70" name="Google Shape;570;g2d5ab6c0ac4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2d5ab6c0ac4_0_97"/>
          <p:cNvSpPr/>
          <p:nvPr/>
        </p:nvSpPr>
        <p:spPr>
          <a:xfrm>
            <a:off x="744538" y="312529"/>
            <a:ext cx="8920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ACESSANDO ATRIBUTOS E MÉTODOS DE UM OBJETO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2d5ab6c0ac4_0_97"/>
          <p:cNvSpPr/>
          <p:nvPr/>
        </p:nvSpPr>
        <p:spPr>
          <a:xfrm>
            <a:off x="1321117" y="1161462"/>
            <a:ext cx="3199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os objetos em mãos,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2d5ab6c0ac4_0_97"/>
          <p:cNvSpPr/>
          <p:nvPr/>
        </p:nvSpPr>
        <p:spPr>
          <a:xfrm>
            <a:off x="3742754" y="1161462"/>
            <a:ext cx="4984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acessar os atributos e métodos.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2d5ab6c0ac4_0_97"/>
          <p:cNvSpPr/>
          <p:nvPr/>
        </p:nvSpPr>
        <p:spPr>
          <a:xfrm>
            <a:off x="1321118" y="1613855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2d5ab6c0ac4_0_97"/>
          <p:cNvSpPr/>
          <p:nvPr/>
        </p:nvSpPr>
        <p:spPr>
          <a:xfrm>
            <a:off x="1606868" y="1647745"/>
            <a:ext cx="7822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atributo ou um método de um objeto é acessado através do 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2d5ab6c0ac4_0_97"/>
          <p:cNvSpPr/>
          <p:nvPr/>
        </p:nvSpPr>
        <p:spPr>
          <a:xfrm>
            <a:off x="7479983" y="1647745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2d5ab6c0ac4_0_97"/>
          <p:cNvSpPr/>
          <p:nvPr/>
        </p:nvSpPr>
        <p:spPr>
          <a:xfrm>
            <a:off x="7546658" y="1647745"/>
            <a:ext cx="155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2d5ab6c0ac4_0_97"/>
          <p:cNvSpPr/>
          <p:nvPr/>
        </p:nvSpPr>
        <p:spPr>
          <a:xfrm>
            <a:off x="7661254" y="1647745"/>
            <a:ext cx="162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2d5ab6c0ac4_0_97"/>
          <p:cNvSpPr/>
          <p:nvPr/>
        </p:nvSpPr>
        <p:spPr>
          <a:xfrm>
            <a:off x="1321118" y="2100392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2d5ab6c0ac4_0_97"/>
          <p:cNvSpPr/>
          <p:nvPr/>
        </p:nvSpPr>
        <p:spPr>
          <a:xfrm>
            <a:off x="1606868" y="2134282"/>
            <a:ext cx="6075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as funções retornam dados, podemos utilizá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2d5ab6c0ac4_0_97"/>
          <p:cNvSpPr/>
          <p:nvPr/>
        </p:nvSpPr>
        <p:spPr>
          <a:xfrm>
            <a:off x="6173788" y="2134282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2d5ab6c0ac4_0_97"/>
          <p:cNvSpPr/>
          <p:nvPr/>
        </p:nvSpPr>
        <p:spPr>
          <a:xfrm>
            <a:off x="6240463" y="2134282"/>
            <a:ext cx="2790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dentro de um echo.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g2d5ab6c0ac4_0_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1913" y="2549526"/>
            <a:ext cx="4876801" cy="2371726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2d5ab6c0ac4_0_97"/>
          <p:cNvSpPr/>
          <p:nvPr/>
        </p:nvSpPr>
        <p:spPr>
          <a:xfrm>
            <a:off x="2601913" y="2549526"/>
            <a:ext cx="4876800" cy="2371725"/>
          </a:xfrm>
          <a:custGeom>
            <a:rect b="b" l="l" r="r" t="t"/>
            <a:pathLst>
              <a:path extrusionOk="0" h="2371725" w="4876800">
                <a:moveTo>
                  <a:pt x="0" y="2371725"/>
                </a:moveTo>
                <a:lnTo>
                  <a:pt x="4876800" y="2371725"/>
                </a:lnTo>
                <a:lnTo>
                  <a:pt x="48768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90" name="Google Shape;590;g2d5ab6c0ac4_0_3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2d5ab6c0ac4_0_399"/>
          <p:cNvSpPr/>
          <p:nvPr/>
        </p:nvSpPr>
        <p:spPr>
          <a:xfrm>
            <a:off x="735225" y="312529"/>
            <a:ext cx="11444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ACESSANDO ATRIBUTOS E MÉTODOS DENTRO DA PRÓPRIA CLASSE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2d5ab6c0ac4_0_399"/>
          <p:cNvSpPr/>
          <p:nvPr/>
        </p:nvSpPr>
        <p:spPr>
          <a:xfrm>
            <a:off x="5402856" y="1222582"/>
            <a:ext cx="3462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fazer uma alteração!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2d5ab6c0ac4_0_399"/>
          <p:cNvSpPr/>
          <p:nvPr/>
        </p:nvSpPr>
        <p:spPr>
          <a:xfrm>
            <a:off x="5402856" y="1461088"/>
            <a:ext cx="3918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Queremos que o nome do carro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2d5ab6c0ac4_0_399"/>
          <p:cNvSpPr/>
          <p:nvPr/>
        </p:nvSpPr>
        <p:spPr>
          <a:xfrm>
            <a:off x="5402856" y="1708832"/>
            <a:ext cx="3335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seja mostrado em todas as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2d5ab6c0ac4_0_399"/>
          <p:cNvSpPr/>
          <p:nvPr/>
        </p:nvSpPr>
        <p:spPr>
          <a:xfrm>
            <a:off x="5402856" y="1956736"/>
            <a:ext cx="3132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funções. Veja o antes e 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2d5ab6c0ac4_0_399"/>
          <p:cNvSpPr/>
          <p:nvPr/>
        </p:nvSpPr>
        <p:spPr>
          <a:xfrm>
            <a:off x="5402856" y="2195115"/>
            <a:ext cx="861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2d5ab6c0ac4_0_399"/>
          <p:cNvSpPr/>
          <p:nvPr/>
        </p:nvSpPr>
        <p:spPr>
          <a:xfrm>
            <a:off x="5402856" y="2681525"/>
            <a:ext cx="747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2d5ab6c0ac4_0_399"/>
          <p:cNvSpPr/>
          <p:nvPr/>
        </p:nvSpPr>
        <p:spPr>
          <a:xfrm>
            <a:off x="5402856" y="2929556"/>
            <a:ext cx="1559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rPr>
              <a:t>Porta aberta.</a:t>
            </a:r>
            <a:endParaRPr b="0" i="0" sz="1600" u="none" cap="none" strike="noStrike">
              <a:solidFill>
                <a:srgbClr val="2D2D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2d5ab6c0ac4_0_399"/>
          <p:cNvSpPr/>
          <p:nvPr/>
        </p:nvSpPr>
        <p:spPr>
          <a:xfrm>
            <a:off x="5402856" y="3177587"/>
            <a:ext cx="911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2d5ab6c0ac4_0_399"/>
          <p:cNvSpPr/>
          <p:nvPr/>
        </p:nvSpPr>
        <p:spPr>
          <a:xfrm>
            <a:off x="5402856" y="3415966"/>
            <a:ext cx="1193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rPr>
              <a:t>Porta do {</a:t>
            </a:r>
            <a:endParaRPr b="0" i="0" sz="1600" u="none" cap="none" strike="noStrike">
              <a:solidFill>
                <a:srgbClr val="2D2D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2d5ab6c0ac4_0_399"/>
          <p:cNvSpPr/>
          <p:nvPr/>
        </p:nvSpPr>
        <p:spPr>
          <a:xfrm>
            <a:off x="6299095" y="3415966"/>
            <a:ext cx="1352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rPr>
              <a:t>NomeCarro</a:t>
            </a:r>
            <a:endParaRPr b="0" i="0" sz="1600" u="none" cap="none" strike="noStrike">
              <a:solidFill>
                <a:srgbClr val="2D2D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2d5ab6c0ac4_0_399"/>
          <p:cNvSpPr/>
          <p:nvPr/>
        </p:nvSpPr>
        <p:spPr>
          <a:xfrm>
            <a:off x="7319159" y="3415966"/>
            <a:ext cx="89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2D2D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2d5ab6c0ac4_0_399"/>
          <p:cNvSpPr/>
          <p:nvPr/>
        </p:nvSpPr>
        <p:spPr>
          <a:xfrm>
            <a:off x="7386069" y="3415966"/>
            <a:ext cx="947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rPr>
              <a:t> aberta.</a:t>
            </a:r>
            <a:endParaRPr b="0" i="0" sz="1600" u="none" cap="none" strike="noStrike">
              <a:solidFill>
                <a:srgbClr val="2D2D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2d5ab6c0ac4_0_399"/>
          <p:cNvSpPr/>
          <p:nvPr/>
        </p:nvSpPr>
        <p:spPr>
          <a:xfrm>
            <a:off x="5402856" y="3903044"/>
            <a:ext cx="2193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Dentro da classe,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2d5ab6c0ac4_0_399"/>
          <p:cNvSpPr/>
          <p:nvPr/>
        </p:nvSpPr>
        <p:spPr>
          <a:xfrm>
            <a:off x="5402856" y="4150661"/>
            <a:ext cx="1149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2d5ab6c0ac4_0_399"/>
          <p:cNvSpPr/>
          <p:nvPr/>
        </p:nvSpPr>
        <p:spPr>
          <a:xfrm>
            <a:off x="6365770" y="4150661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2d5ab6c0ac4_0_399"/>
          <p:cNvSpPr/>
          <p:nvPr/>
        </p:nvSpPr>
        <p:spPr>
          <a:xfrm>
            <a:off x="6528076" y="4150661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2d5ab6c0ac4_0_399"/>
          <p:cNvSpPr/>
          <p:nvPr/>
        </p:nvSpPr>
        <p:spPr>
          <a:xfrm>
            <a:off x="6642376" y="4150661"/>
            <a:ext cx="465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2d5ab6c0ac4_0_399"/>
          <p:cNvSpPr/>
          <p:nvPr/>
        </p:nvSpPr>
        <p:spPr>
          <a:xfrm>
            <a:off x="7061731" y="4150661"/>
            <a:ext cx="52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2d5ab6c0ac4_0_399"/>
          <p:cNvSpPr/>
          <p:nvPr/>
        </p:nvSpPr>
        <p:spPr>
          <a:xfrm>
            <a:off x="7529090" y="4150661"/>
            <a:ext cx="1035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acessar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2d5ab6c0ac4_0_399"/>
          <p:cNvSpPr/>
          <p:nvPr/>
        </p:nvSpPr>
        <p:spPr>
          <a:xfrm>
            <a:off x="5402856" y="4398629"/>
            <a:ext cx="705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2d5ab6c0ac4_0_399"/>
          <p:cNvSpPr/>
          <p:nvPr/>
        </p:nvSpPr>
        <p:spPr>
          <a:xfrm>
            <a:off x="6012964" y="4398629"/>
            <a:ext cx="2610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ou função do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2d5ab6c0ac4_0_399"/>
          <p:cNvSpPr/>
          <p:nvPr/>
        </p:nvSpPr>
        <p:spPr>
          <a:xfrm>
            <a:off x="5402856" y="4637071"/>
            <a:ext cx="719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2d5ab6c0ac4_0_399"/>
          <p:cNvSpPr/>
          <p:nvPr/>
        </p:nvSpPr>
        <p:spPr>
          <a:xfrm>
            <a:off x="6012964" y="4637071"/>
            <a:ext cx="644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atual.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g2d5ab6c0ac4_0_3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575" y="1120763"/>
            <a:ext cx="3592068" cy="376351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2d5ab6c0ac4_0_399"/>
          <p:cNvSpPr/>
          <p:nvPr/>
        </p:nvSpPr>
        <p:spPr>
          <a:xfrm>
            <a:off x="1630575" y="1120776"/>
            <a:ext cx="3600450" cy="3771900"/>
          </a:xfrm>
          <a:custGeom>
            <a:rect b="b" l="l" r="r" t="t"/>
            <a:pathLst>
              <a:path extrusionOk="0" h="3771900" w="3600450">
                <a:moveTo>
                  <a:pt x="0" y="3771900"/>
                </a:moveTo>
                <a:lnTo>
                  <a:pt x="3600450" y="3771900"/>
                </a:lnTo>
                <a:lnTo>
                  <a:pt x="36004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622" name="Google Shape;622;g2d5ab6c0ac4_0_4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2d5ab6c0ac4_0_421"/>
          <p:cNvSpPr/>
          <p:nvPr/>
        </p:nvSpPr>
        <p:spPr>
          <a:xfrm>
            <a:off x="744538" y="312529"/>
            <a:ext cx="3286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ENCAPSULAMENTO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2d5ab6c0ac4_0_421"/>
          <p:cNvSpPr/>
          <p:nvPr/>
        </p:nvSpPr>
        <p:spPr>
          <a:xfrm>
            <a:off x="2246313" y="1253791"/>
            <a:ext cx="3475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 no fato de proteger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2d5ab6c0ac4_0_421"/>
          <p:cNvSpPr/>
          <p:nvPr/>
        </p:nvSpPr>
        <p:spPr>
          <a:xfrm>
            <a:off x="1989138" y="1492170"/>
            <a:ext cx="3806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e métodos para evitar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2d5ab6c0ac4_0_421"/>
          <p:cNvSpPr/>
          <p:nvPr/>
        </p:nvSpPr>
        <p:spPr>
          <a:xfrm>
            <a:off x="2484818" y="1740869"/>
            <a:ext cx="3147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eles ocupem estados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2d5ab6c0ac4_0_421"/>
          <p:cNvSpPr/>
          <p:nvPr/>
        </p:nvSpPr>
        <p:spPr>
          <a:xfrm>
            <a:off x="3962718" y="1988486"/>
            <a:ext cx="111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inválidos.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2d5ab6c0ac4_0_421"/>
          <p:cNvSpPr/>
          <p:nvPr/>
        </p:nvSpPr>
        <p:spPr>
          <a:xfrm>
            <a:off x="2017713" y="2446321"/>
            <a:ext cx="3768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Dessa forma, é possível definir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2d5ab6c0ac4_0_421"/>
          <p:cNvSpPr/>
          <p:nvPr/>
        </p:nvSpPr>
        <p:spPr>
          <a:xfrm>
            <a:off x="1750759" y="2684700"/>
            <a:ext cx="412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apenas a própria classe pode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2d5ab6c0ac4_0_421"/>
          <p:cNvSpPr/>
          <p:nvPr/>
        </p:nvSpPr>
        <p:spPr>
          <a:xfrm>
            <a:off x="2160588" y="2932731"/>
            <a:ext cx="358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acessar um atributo ou algum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2d5ab6c0ac4_0_421"/>
          <p:cNvSpPr/>
          <p:nvPr/>
        </p:nvSpPr>
        <p:spPr>
          <a:xfrm>
            <a:off x="2742248" y="3171237"/>
            <a:ext cx="2730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em específico.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2d5ab6c0ac4_0_421"/>
          <p:cNvSpPr/>
          <p:nvPr/>
        </p:nvSpPr>
        <p:spPr>
          <a:xfrm>
            <a:off x="1931607" y="3667172"/>
            <a:ext cx="3895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encapsulamento define o que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2d5ab6c0ac4_0_421"/>
          <p:cNvSpPr/>
          <p:nvPr/>
        </p:nvSpPr>
        <p:spPr>
          <a:xfrm>
            <a:off x="1960563" y="3905551"/>
            <a:ext cx="376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poderá ser acessado no objeto.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2d5ab6c0ac4_0_421"/>
          <p:cNvSpPr/>
          <p:nvPr/>
        </p:nvSpPr>
        <p:spPr>
          <a:xfrm>
            <a:off x="1817434" y="4363386"/>
            <a:ext cx="4033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precisa saber como foi feito,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2d5ab6c0ac4_0_421"/>
          <p:cNvSpPr/>
          <p:nvPr/>
        </p:nvSpPr>
        <p:spPr>
          <a:xfrm>
            <a:off x="2170113" y="4611354"/>
            <a:ext cx="349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somente que está disponível.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6" name="Google Shape;636;g2d5ab6c0ac4_0_4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0788" y="1225551"/>
            <a:ext cx="274320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g2d5ab6c0ac4_0_421"/>
          <p:cNvSpPr/>
          <p:nvPr/>
        </p:nvSpPr>
        <p:spPr>
          <a:xfrm>
            <a:off x="5030788" y="1225551"/>
            <a:ext cx="2743200" cy="1190625"/>
          </a:xfrm>
          <a:custGeom>
            <a:rect b="b" l="l" r="r" t="t"/>
            <a:pathLst>
              <a:path extrusionOk="0" h="1190625" w="2743200">
                <a:moveTo>
                  <a:pt x="0" y="1190625"/>
                </a:moveTo>
                <a:lnTo>
                  <a:pt x="2743200" y="1190625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2d5ab6c0ac4_0_421"/>
          <p:cNvSpPr/>
          <p:nvPr/>
        </p:nvSpPr>
        <p:spPr>
          <a:xfrm>
            <a:off x="5016818" y="2553001"/>
            <a:ext cx="875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2d5ab6c0ac4_0_421"/>
          <p:cNvSpPr/>
          <p:nvPr/>
        </p:nvSpPr>
        <p:spPr>
          <a:xfrm>
            <a:off x="5751132" y="2553001"/>
            <a:ext cx="308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que tanto a classe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2d5ab6c0ac4_0_421"/>
          <p:cNvSpPr/>
          <p:nvPr/>
        </p:nvSpPr>
        <p:spPr>
          <a:xfrm>
            <a:off x="5016818" y="2791507"/>
            <a:ext cx="4236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quanto algum objeto pode acessar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2d5ab6c0ac4_0_421"/>
          <p:cNvSpPr/>
          <p:nvPr/>
        </p:nvSpPr>
        <p:spPr>
          <a:xfrm>
            <a:off x="5016818" y="3039952"/>
            <a:ext cx="32076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atributo ou um método.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2d5ab6c0ac4_0_421"/>
          <p:cNvSpPr/>
          <p:nvPr/>
        </p:nvSpPr>
        <p:spPr>
          <a:xfrm>
            <a:off x="5016818" y="3526202"/>
            <a:ext cx="990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2d5ab6c0ac4_0_421"/>
          <p:cNvSpPr/>
          <p:nvPr/>
        </p:nvSpPr>
        <p:spPr>
          <a:xfrm>
            <a:off x="5817933" y="3526202"/>
            <a:ext cx="2529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que apenas 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2d5ab6c0ac4_0_421"/>
          <p:cNvSpPr/>
          <p:nvPr/>
        </p:nvSpPr>
        <p:spPr>
          <a:xfrm>
            <a:off x="5016818" y="3774106"/>
            <a:ext cx="3881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própria classe pode acessar um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2d5ab6c0ac4_0_421"/>
          <p:cNvSpPr/>
          <p:nvPr/>
        </p:nvSpPr>
        <p:spPr>
          <a:xfrm>
            <a:off x="5016818" y="4012612"/>
            <a:ext cx="3881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 ou um método, ou seja,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2d5ab6c0ac4_0_421"/>
          <p:cNvSpPr/>
          <p:nvPr/>
        </p:nvSpPr>
        <p:spPr>
          <a:xfrm>
            <a:off x="5016818" y="4260516"/>
            <a:ext cx="360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somente acessível a partir do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2d5ab6c0ac4_0_421"/>
          <p:cNvSpPr/>
          <p:nvPr/>
        </p:nvSpPr>
        <p:spPr>
          <a:xfrm>
            <a:off x="5016818" y="4508484"/>
            <a:ext cx="645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$this.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653" name="Google Shape;653;g2d5ab6c0ac4_0_4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2d5ab6c0ac4_0_455"/>
          <p:cNvSpPr/>
          <p:nvPr/>
        </p:nvSpPr>
        <p:spPr>
          <a:xfrm>
            <a:off x="735225" y="312529"/>
            <a:ext cx="3286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ENCAPSULAMENTO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2d5ab6c0ac4_0_455"/>
          <p:cNvSpPr/>
          <p:nvPr/>
        </p:nvSpPr>
        <p:spPr>
          <a:xfrm>
            <a:off x="5367804" y="3376215"/>
            <a:ext cx="5024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Já a seguinte linha funciona normalmente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2d5ab6c0ac4_0_455"/>
          <p:cNvSpPr/>
          <p:nvPr/>
        </p:nvSpPr>
        <p:spPr>
          <a:xfrm>
            <a:off x="5244106" y="3614721"/>
            <a:ext cx="1756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pois o atributo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2d5ab6c0ac4_0_455"/>
          <p:cNvSpPr/>
          <p:nvPr/>
        </p:nvSpPr>
        <p:spPr>
          <a:xfrm>
            <a:off x="6578876" y="3614721"/>
            <a:ext cx="3327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$modelo está como público.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8" name="Google Shape;658;g2d5ab6c0ac4_0_4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550" y="2749551"/>
            <a:ext cx="32766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g2d5ab6c0ac4_0_455"/>
          <p:cNvSpPr/>
          <p:nvPr/>
        </p:nvSpPr>
        <p:spPr>
          <a:xfrm>
            <a:off x="668550" y="2749551"/>
            <a:ext cx="3276600" cy="533400"/>
          </a:xfrm>
          <a:custGeom>
            <a:rect b="b" l="l" r="r" t="t"/>
            <a:pathLst>
              <a:path extrusionOk="0" h="533400" w="3276600">
                <a:moveTo>
                  <a:pt x="0" y="533400"/>
                </a:moveTo>
                <a:lnTo>
                  <a:pt x="3276600" y="533400"/>
                </a:lnTo>
                <a:lnTo>
                  <a:pt x="32766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2d5ab6c0ac4_0_455"/>
          <p:cNvSpPr/>
          <p:nvPr/>
        </p:nvSpPr>
        <p:spPr>
          <a:xfrm>
            <a:off x="647278" y="1732581"/>
            <a:ext cx="4144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a alteração realizada no slide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2d5ab6c0ac4_0_455"/>
          <p:cNvSpPr/>
          <p:nvPr/>
        </p:nvSpPr>
        <p:spPr>
          <a:xfrm>
            <a:off x="3831866" y="1732581"/>
            <a:ext cx="1061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anterior,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2d5ab6c0ac4_0_455"/>
          <p:cNvSpPr/>
          <p:nvPr/>
        </p:nvSpPr>
        <p:spPr>
          <a:xfrm>
            <a:off x="647278" y="1971087"/>
            <a:ext cx="2774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será mais possível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2d5ab6c0ac4_0_455"/>
          <p:cNvSpPr/>
          <p:nvPr/>
        </p:nvSpPr>
        <p:spPr>
          <a:xfrm>
            <a:off x="2783100" y="1971087"/>
            <a:ext cx="1478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 as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2d5ab6c0ac4_0_455"/>
          <p:cNvSpPr/>
          <p:nvPr/>
        </p:nvSpPr>
        <p:spPr>
          <a:xfrm>
            <a:off x="647278" y="2218991"/>
            <a:ext cx="2506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seguintes linhas pois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2d5ab6c0ac4_0_455"/>
          <p:cNvSpPr/>
          <p:nvPr/>
        </p:nvSpPr>
        <p:spPr>
          <a:xfrm>
            <a:off x="2592346" y="2218991"/>
            <a:ext cx="285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2d5ab6c0ac4_0_455"/>
          <p:cNvSpPr/>
          <p:nvPr/>
        </p:nvSpPr>
        <p:spPr>
          <a:xfrm>
            <a:off x="2859300" y="2218991"/>
            <a:ext cx="193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$cor 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2d5ab6c0ac4_0_455"/>
          <p:cNvSpPr/>
          <p:nvPr/>
        </p:nvSpPr>
        <p:spPr>
          <a:xfrm>
            <a:off x="647278" y="2467563"/>
            <a:ext cx="591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$ano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2d5ab6c0ac4_0_455"/>
          <p:cNvSpPr/>
          <p:nvPr/>
        </p:nvSpPr>
        <p:spPr>
          <a:xfrm>
            <a:off x="1152738" y="2467563"/>
            <a:ext cx="666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2d5ab6c0ac4_0_455"/>
          <p:cNvSpPr/>
          <p:nvPr/>
        </p:nvSpPr>
        <p:spPr>
          <a:xfrm>
            <a:off x="1705886" y="2467563"/>
            <a:ext cx="1086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privados.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0" name="Google Shape;670;g2d5ab6c0ac4_0_4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6800" y="3892551"/>
            <a:ext cx="33813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g2d5ab6c0ac4_0_455"/>
          <p:cNvSpPr/>
          <p:nvPr/>
        </p:nvSpPr>
        <p:spPr>
          <a:xfrm>
            <a:off x="5716800" y="3892551"/>
            <a:ext cx="3381375" cy="352425"/>
          </a:xfrm>
          <a:custGeom>
            <a:rect b="b" l="l" r="r" t="t"/>
            <a:pathLst>
              <a:path extrusionOk="0" h="352425" w="3381375">
                <a:moveTo>
                  <a:pt x="0" y="352425"/>
                </a:moveTo>
                <a:lnTo>
                  <a:pt x="3381375" y="352425"/>
                </a:lnTo>
                <a:lnTo>
                  <a:pt x="338137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677" name="Google Shape;677;g2d5ab6c0ac4_0_4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2d5ab6c0ac4_0_488"/>
          <p:cNvSpPr/>
          <p:nvPr/>
        </p:nvSpPr>
        <p:spPr>
          <a:xfrm>
            <a:off x="735225" y="312529"/>
            <a:ext cx="3591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SETTERS E GETTERS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2d5ab6c0ac4_0_488"/>
          <p:cNvSpPr/>
          <p:nvPr/>
        </p:nvSpPr>
        <p:spPr>
          <a:xfrm>
            <a:off x="3205375" y="1237661"/>
            <a:ext cx="93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2d5ab6c0ac4_0_488"/>
          <p:cNvSpPr/>
          <p:nvPr/>
        </p:nvSpPr>
        <p:spPr>
          <a:xfrm>
            <a:off x="3491379" y="1202262"/>
            <a:ext cx="7953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Geralmente todos os atributos são declarados como private e são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2d5ab6c0ac4_0_488"/>
          <p:cNvSpPr/>
          <p:nvPr/>
        </p:nvSpPr>
        <p:spPr>
          <a:xfrm>
            <a:off x="3491379" y="1440768"/>
            <a:ext cx="30594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disponibilizados métodos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2d5ab6c0ac4_0_488"/>
          <p:cNvSpPr/>
          <p:nvPr/>
        </p:nvSpPr>
        <p:spPr>
          <a:xfrm>
            <a:off x="5817765" y="1440768"/>
            <a:ext cx="4792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públicos para alterar e buscar seu valor.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2d5ab6c0ac4_0_488"/>
          <p:cNvSpPr/>
          <p:nvPr/>
        </p:nvSpPr>
        <p:spPr>
          <a:xfrm>
            <a:off x="3205375" y="1971871"/>
            <a:ext cx="93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2d5ab6c0ac4_0_488"/>
          <p:cNvSpPr/>
          <p:nvPr/>
        </p:nvSpPr>
        <p:spPr>
          <a:xfrm>
            <a:off x="3491379" y="1936416"/>
            <a:ext cx="6552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Estes métodos são conhecidos como setters e getters.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2d5ab6c0ac4_0_488"/>
          <p:cNvSpPr/>
          <p:nvPr/>
        </p:nvSpPr>
        <p:spPr>
          <a:xfrm>
            <a:off x="3205375" y="2458281"/>
            <a:ext cx="93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2d5ab6c0ac4_0_488"/>
          <p:cNvSpPr/>
          <p:nvPr/>
        </p:nvSpPr>
        <p:spPr>
          <a:xfrm>
            <a:off x="3491379" y="2422826"/>
            <a:ext cx="7514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Dentro destes métodos podem ser desenvolvidas lógicas para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2d5ab6c0ac4_0_488"/>
          <p:cNvSpPr/>
          <p:nvPr/>
        </p:nvSpPr>
        <p:spPr>
          <a:xfrm>
            <a:off x="3491379" y="2661205"/>
            <a:ext cx="8007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atribuição ou não de um valor, garantindo um estado válido para 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2d5ab6c0ac4_0_488"/>
          <p:cNvSpPr/>
          <p:nvPr/>
        </p:nvSpPr>
        <p:spPr>
          <a:xfrm>
            <a:off x="3491379" y="2909236"/>
            <a:ext cx="795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2d5ab6c0ac4_0_488"/>
          <p:cNvSpPr/>
          <p:nvPr/>
        </p:nvSpPr>
        <p:spPr>
          <a:xfrm>
            <a:off x="3205375" y="3679005"/>
            <a:ext cx="93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2d5ab6c0ac4_0_488"/>
          <p:cNvSpPr/>
          <p:nvPr/>
        </p:nvSpPr>
        <p:spPr>
          <a:xfrm>
            <a:off x="3491379" y="3643550"/>
            <a:ext cx="7982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 sendo, o set é utilizado para atribuir um valor a um objeto 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2d5ab6c0ac4_0_488"/>
          <p:cNvSpPr/>
          <p:nvPr/>
        </p:nvSpPr>
        <p:spPr>
          <a:xfrm>
            <a:off x="3491379" y="3882056"/>
            <a:ext cx="7883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get para recuperar um valor armazenado em um atributo de um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2d5ab6c0ac4_0_488"/>
          <p:cNvSpPr/>
          <p:nvPr/>
        </p:nvSpPr>
        <p:spPr>
          <a:xfrm>
            <a:off x="3491379" y="4130628"/>
            <a:ext cx="7947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2d5ab6c0ac4_0_488"/>
          <p:cNvSpPr/>
          <p:nvPr/>
        </p:nvSpPr>
        <p:spPr>
          <a:xfrm>
            <a:off x="3205375" y="4652206"/>
            <a:ext cx="93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2d5ab6c0ac4_0_488"/>
          <p:cNvSpPr/>
          <p:nvPr/>
        </p:nvSpPr>
        <p:spPr>
          <a:xfrm>
            <a:off x="3491379" y="4616751"/>
            <a:ext cx="7552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atributos da classe não serão mais utilizados externamente.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5" name="Google Shape;695;g2d5ab6c0ac4_0_4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100" y="1101726"/>
            <a:ext cx="2562225" cy="3876674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2d5ab6c0ac4_0_488"/>
          <p:cNvSpPr/>
          <p:nvPr/>
        </p:nvSpPr>
        <p:spPr>
          <a:xfrm>
            <a:off x="497100" y="1101726"/>
            <a:ext cx="2562225" cy="3876675"/>
          </a:xfrm>
          <a:custGeom>
            <a:rect b="b" l="l" r="r" t="t"/>
            <a:pathLst>
              <a:path extrusionOk="0" h="3876675" w="2562225">
                <a:moveTo>
                  <a:pt x="0" y="3876675"/>
                </a:moveTo>
                <a:lnTo>
                  <a:pt x="2562225" y="3876675"/>
                </a:lnTo>
                <a:lnTo>
                  <a:pt x="256222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702" name="Google Shape;702;g2d5ab6c0ac4_0_5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3" name="Google Shape;703;g2d5ab6c0ac4_0_514"/>
          <p:cNvGrpSpPr/>
          <p:nvPr/>
        </p:nvGrpSpPr>
        <p:grpSpPr>
          <a:xfrm>
            <a:off x="744538" y="312529"/>
            <a:ext cx="8942365" cy="4170573"/>
            <a:chOff x="695325" y="306179"/>
            <a:chExt cx="8942365" cy="4170573"/>
          </a:xfrm>
        </p:grpSpPr>
        <p:sp>
          <p:nvSpPr>
            <p:cNvPr id="704" name="Google Shape;704;g2d5ab6c0ac4_0_514"/>
            <p:cNvSpPr/>
            <p:nvPr/>
          </p:nvSpPr>
          <p:spPr>
            <a:xfrm>
              <a:off x="695325" y="306179"/>
              <a:ext cx="35913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SETTERS E GETTERS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2d5ab6c0ac4_0_514"/>
            <p:cNvSpPr/>
            <p:nvPr/>
          </p:nvSpPr>
          <p:spPr>
            <a:xfrm>
              <a:off x="5340096" y="1539795"/>
              <a:ext cx="177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2d5ab6c0ac4_0_514"/>
            <p:cNvSpPr/>
            <p:nvPr/>
          </p:nvSpPr>
          <p:spPr>
            <a:xfrm>
              <a:off x="5692775" y="1539795"/>
              <a:ext cx="607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partir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2d5ab6c0ac4_0_514"/>
            <p:cNvSpPr/>
            <p:nvPr/>
          </p:nvSpPr>
          <p:spPr>
            <a:xfrm>
              <a:off x="6379210" y="1539795"/>
              <a:ext cx="717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desse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2d5ab6c0ac4_0_514"/>
            <p:cNvSpPr/>
            <p:nvPr/>
          </p:nvSpPr>
          <p:spPr>
            <a:xfrm>
              <a:off x="7141845" y="1539795"/>
              <a:ext cx="1188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momento,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2d5ab6c0ac4_0_514"/>
            <p:cNvSpPr/>
            <p:nvPr/>
          </p:nvSpPr>
          <p:spPr>
            <a:xfrm>
              <a:off x="8257159" y="1539795"/>
              <a:ext cx="288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2d5ab6c0ac4_0_514"/>
            <p:cNvSpPr/>
            <p:nvPr/>
          </p:nvSpPr>
          <p:spPr>
            <a:xfrm>
              <a:off x="8705596" y="1539795"/>
              <a:ext cx="793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página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2d5ab6c0ac4_0_514"/>
            <p:cNvSpPr/>
            <p:nvPr/>
          </p:nvSpPr>
          <p:spPr>
            <a:xfrm>
              <a:off x="5340096" y="1778301"/>
              <a:ext cx="639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index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2d5ab6c0ac4_0_514"/>
            <p:cNvSpPr/>
            <p:nvPr/>
          </p:nvSpPr>
          <p:spPr>
            <a:xfrm>
              <a:off x="5816600" y="1778301"/>
              <a:ext cx="7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2d5ab6c0ac4_0_514"/>
            <p:cNvSpPr/>
            <p:nvPr/>
          </p:nvSpPr>
          <p:spPr>
            <a:xfrm>
              <a:off x="5883275" y="1778301"/>
              <a:ext cx="506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php,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2d5ab6c0ac4_0_514"/>
            <p:cNvSpPr/>
            <p:nvPr/>
          </p:nvSpPr>
          <p:spPr>
            <a:xfrm>
              <a:off x="6407785" y="1778301"/>
              <a:ext cx="285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2d5ab6c0ac4_0_514"/>
            <p:cNvSpPr/>
            <p:nvPr/>
          </p:nvSpPr>
          <p:spPr>
            <a:xfrm>
              <a:off x="6779641" y="1778301"/>
              <a:ext cx="1019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métodos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2d5ab6c0ac4_0_514"/>
            <p:cNvSpPr/>
            <p:nvPr/>
          </p:nvSpPr>
          <p:spPr>
            <a:xfrm>
              <a:off x="7694931" y="1778301"/>
              <a:ext cx="679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serão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2d5ab6c0ac4_0_514"/>
            <p:cNvSpPr/>
            <p:nvPr/>
          </p:nvSpPr>
          <p:spPr>
            <a:xfrm>
              <a:off x="8352790" y="1778301"/>
              <a:ext cx="1284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acessados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2d5ab6c0ac4_0_514"/>
            <p:cNvSpPr/>
            <p:nvPr/>
          </p:nvSpPr>
          <p:spPr>
            <a:xfrm>
              <a:off x="5340096" y="2026332"/>
              <a:ext cx="867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apenas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2d5ab6c0ac4_0_514"/>
            <p:cNvSpPr/>
            <p:nvPr/>
          </p:nvSpPr>
          <p:spPr>
            <a:xfrm>
              <a:off x="6064504" y="2026332"/>
              <a:ext cx="892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através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2d5ab6c0ac4_0_514"/>
            <p:cNvSpPr/>
            <p:nvPr/>
          </p:nvSpPr>
          <p:spPr>
            <a:xfrm>
              <a:off x="6789166" y="2026332"/>
              <a:ext cx="424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2d5ab6c0ac4_0_514"/>
            <p:cNvSpPr/>
            <p:nvPr/>
          </p:nvSpPr>
          <p:spPr>
            <a:xfrm>
              <a:off x="7170420" y="2026332"/>
              <a:ext cx="816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setters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2d5ab6c0ac4_0_514"/>
            <p:cNvSpPr/>
            <p:nvPr/>
          </p:nvSpPr>
          <p:spPr>
            <a:xfrm>
              <a:off x="7837806" y="2026332"/>
              <a:ext cx="148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g2d5ab6c0ac4_0_514"/>
            <p:cNvSpPr/>
            <p:nvPr/>
          </p:nvSpPr>
          <p:spPr>
            <a:xfrm>
              <a:off x="8009636" y="2026332"/>
              <a:ext cx="816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getters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g2d5ab6c0ac4_0_514"/>
            <p:cNvSpPr/>
            <p:nvPr/>
          </p:nvSpPr>
          <p:spPr>
            <a:xfrm>
              <a:off x="8629269" y="2026332"/>
              <a:ext cx="7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5" name="Google Shape;725;g2d5ab6c0ac4_0_5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2975" y="1504951"/>
              <a:ext cx="4276726" cy="2971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g2d5ab6c0ac4_0_514"/>
            <p:cNvSpPr/>
            <p:nvPr/>
          </p:nvSpPr>
          <p:spPr>
            <a:xfrm>
              <a:off x="942975" y="1504951"/>
              <a:ext cx="4276725" cy="2971800"/>
            </a:xfrm>
            <a:custGeom>
              <a:rect b="b" l="l" r="r" t="t"/>
              <a:pathLst>
                <a:path extrusionOk="0" h="2971800" w="4276725">
                  <a:moveTo>
                    <a:pt x="0" y="2971800"/>
                  </a:moveTo>
                  <a:lnTo>
                    <a:pt x="4276725" y="2971800"/>
                  </a:lnTo>
                  <a:lnTo>
                    <a:pt x="427672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732" name="Google Shape;732;g2d5ab6c0ac4_0_5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g2d5ab6c0ac4_0_541"/>
          <p:cNvSpPr/>
          <p:nvPr/>
        </p:nvSpPr>
        <p:spPr>
          <a:xfrm>
            <a:off x="744538" y="312529"/>
            <a:ext cx="2404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CONSTRUTOR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2d5ab6c0ac4_0_541"/>
          <p:cNvSpPr/>
          <p:nvPr/>
        </p:nvSpPr>
        <p:spPr>
          <a:xfrm>
            <a:off x="3392742" y="1221406"/>
            <a:ext cx="806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2d5ab6c0ac4_0_541"/>
          <p:cNvSpPr/>
          <p:nvPr/>
        </p:nvSpPr>
        <p:spPr>
          <a:xfrm>
            <a:off x="4136708" y="1221406"/>
            <a:ext cx="867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2d5ab6c0ac4_0_541"/>
          <p:cNvSpPr/>
          <p:nvPr/>
        </p:nvSpPr>
        <p:spPr>
          <a:xfrm>
            <a:off x="4927918" y="1221406"/>
            <a:ext cx="816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2d5ab6c0ac4_0_541"/>
          <p:cNvSpPr/>
          <p:nvPr/>
        </p:nvSpPr>
        <p:spPr>
          <a:xfrm>
            <a:off x="5681028" y="1221406"/>
            <a:ext cx="124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necessitar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2d5ab6c0ac4_0_541"/>
          <p:cNvSpPr/>
          <p:nvPr/>
        </p:nvSpPr>
        <p:spPr>
          <a:xfrm>
            <a:off x="6739320" y="1221406"/>
            <a:ext cx="1028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2d5ab6c0ac4_0_541"/>
          <p:cNvSpPr/>
          <p:nvPr/>
        </p:nvSpPr>
        <p:spPr>
          <a:xfrm>
            <a:off x="7645083" y="1221406"/>
            <a:ext cx="871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alguma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2d5ab6c0ac4_0_541"/>
          <p:cNvSpPr/>
          <p:nvPr/>
        </p:nvSpPr>
        <p:spPr>
          <a:xfrm>
            <a:off x="8436674" y="1221406"/>
            <a:ext cx="1096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2d5ab6c0ac4_0_541"/>
          <p:cNvSpPr/>
          <p:nvPr/>
        </p:nvSpPr>
        <p:spPr>
          <a:xfrm>
            <a:off x="9399207" y="1221406"/>
            <a:ext cx="300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2d5ab6c0ac4_0_541"/>
          <p:cNvSpPr/>
          <p:nvPr/>
        </p:nvSpPr>
        <p:spPr>
          <a:xfrm>
            <a:off x="3392742" y="1459912"/>
            <a:ext cx="754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2d5ab6c0ac4_0_541"/>
          <p:cNvSpPr/>
          <p:nvPr/>
        </p:nvSpPr>
        <p:spPr>
          <a:xfrm>
            <a:off x="4012629" y="1459912"/>
            <a:ext cx="1046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2d5ab6c0ac4_0_541"/>
          <p:cNvSpPr/>
          <p:nvPr/>
        </p:nvSpPr>
        <p:spPr>
          <a:xfrm>
            <a:off x="4804093" y="1459912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2d5ab6c0ac4_0_541"/>
          <p:cNvSpPr/>
          <p:nvPr/>
        </p:nvSpPr>
        <p:spPr>
          <a:xfrm>
            <a:off x="4918393" y="1459912"/>
            <a:ext cx="566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2d5ab6c0ac4_0_541"/>
          <p:cNvSpPr/>
          <p:nvPr/>
        </p:nvSpPr>
        <p:spPr>
          <a:xfrm>
            <a:off x="5404422" y="1459912"/>
            <a:ext cx="505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isto,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2d5ab6c0ac4_0_541"/>
          <p:cNvSpPr/>
          <p:nvPr/>
        </p:nvSpPr>
        <p:spPr>
          <a:xfrm>
            <a:off x="5833809" y="1459912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2d5ab6c0ac4_0_541"/>
          <p:cNvSpPr/>
          <p:nvPr/>
        </p:nvSpPr>
        <p:spPr>
          <a:xfrm>
            <a:off x="6005259" y="1459912"/>
            <a:ext cx="946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2d5ab6c0ac4_0_541"/>
          <p:cNvSpPr/>
          <p:nvPr/>
        </p:nvSpPr>
        <p:spPr>
          <a:xfrm>
            <a:off x="6806248" y="1459912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2d5ab6c0ac4_0_541"/>
          <p:cNvSpPr/>
          <p:nvPr/>
        </p:nvSpPr>
        <p:spPr>
          <a:xfrm>
            <a:off x="6977698" y="1459912"/>
            <a:ext cx="870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2d5ab6c0ac4_0_541"/>
          <p:cNvSpPr/>
          <p:nvPr/>
        </p:nvSpPr>
        <p:spPr>
          <a:xfrm>
            <a:off x="7711758" y="1459912"/>
            <a:ext cx="1193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construtor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2d5ab6c0ac4_0_541"/>
          <p:cNvSpPr/>
          <p:nvPr/>
        </p:nvSpPr>
        <p:spPr>
          <a:xfrm>
            <a:off x="8608124" y="1459912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2d5ab6c0ac4_0_541"/>
          <p:cNvSpPr/>
          <p:nvPr/>
        </p:nvSpPr>
        <p:spPr>
          <a:xfrm>
            <a:off x="3392742" y="1955847"/>
            <a:ext cx="935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Sempre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2d5ab6c0ac4_0_541"/>
          <p:cNvSpPr/>
          <p:nvPr/>
        </p:nvSpPr>
        <p:spPr>
          <a:xfrm>
            <a:off x="4165283" y="1955847"/>
            <a:ext cx="439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2d5ab6c0ac4_0_541"/>
          <p:cNvSpPr/>
          <p:nvPr/>
        </p:nvSpPr>
        <p:spPr>
          <a:xfrm>
            <a:off x="4556189" y="1955847"/>
            <a:ext cx="1044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rodamos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2d5ab6c0ac4_0_541"/>
          <p:cNvSpPr/>
          <p:nvPr/>
        </p:nvSpPr>
        <p:spPr>
          <a:xfrm>
            <a:off x="5404422" y="1955847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2d5ab6c0ac4_0_541"/>
          <p:cNvSpPr/>
          <p:nvPr/>
        </p:nvSpPr>
        <p:spPr>
          <a:xfrm>
            <a:off x="5576253" y="1955847"/>
            <a:ext cx="1096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2d5ab6c0ac4_0_541"/>
          <p:cNvSpPr/>
          <p:nvPr/>
        </p:nvSpPr>
        <p:spPr>
          <a:xfrm>
            <a:off x="6462967" y="1955847"/>
            <a:ext cx="584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"new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2d5ab6c0ac4_0_541"/>
          <p:cNvSpPr/>
          <p:nvPr/>
        </p:nvSpPr>
        <p:spPr>
          <a:xfrm>
            <a:off x="6968173" y="1955847"/>
            <a:ext cx="1024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Carro()",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2d5ab6c0ac4_0_541"/>
          <p:cNvSpPr/>
          <p:nvPr/>
        </p:nvSpPr>
        <p:spPr>
          <a:xfrm>
            <a:off x="7797864" y="1955847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2d5ab6c0ac4_0_541"/>
          <p:cNvSpPr/>
          <p:nvPr/>
        </p:nvSpPr>
        <p:spPr>
          <a:xfrm>
            <a:off x="7978839" y="1955847"/>
            <a:ext cx="88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2d5ab6c0ac4_0_541"/>
          <p:cNvSpPr/>
          <p:nvPr/>
        </p:nvSpPr>
        <p:spPr>
          <a:xfrm>
            <a:off x="8703247" y="1955847"/>
            <a:ext cx="1206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construtor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2d5ab6c0ac4_0_541"/>
          <p:cNvSpPr/>
          <p:nvPr/>
        </p:nvSpPr>
        <p:spPr>
          <a:xfrm>
            <a:off x="3392742" y="2194894"/>
            <a:ext cx="528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será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2d5ab6c0ac4_0_541"/>
          <p:cNvSpPr/>
          <p:nvPr/>
        </p:nvSpPr>
        <p:spPr>
          <a:xfrm>
            <a:off x="3841179" y="2194894"/>
            <a:ext cx="12234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2d5ab6c0ac4_0_541"/>
          <p:cNvSpPr/>
          <p:nvPr/>
        </p:nvSpPr>
        <p:spPr>
          <a:xfrm>
            <a:off x="4842193" y="2194894"/>
            <a:ext cx="2019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automaticamente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2d5ab6c0ac4_0_541"/>
          <p:cNvSpPr/>
          <p:nvPr/>
        </p:nvSpPr>
        <p:spPr>
          <a:xfrm>
            <a:off x="6367463" y="2194894"/>
            <a:ext cx="73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2d5ab6c0ac4_0_541"/>
          <p:cNvSpPr/>
          <p:nvPr/>
        </p:nvSpPr>
        <p:spPr>
          <a:xfrm>
            <a:off x="3392742" y="2680890"/>
            <a:ext cx="831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2d5ab6c0ac4_0_541"/>
          <p:cNvSpPr/>
          <p:nvPr/>
        </p:nvSpPr>
        <p:spPr>
          <a:xfrm>
            <a:off x="4088829" y="2680890"/>
            <a:ext cx="67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2d5ab6c0ac4_0_541"/>
          <p:cNvSpPr/>
          <p:nvPr/>
        </p:nvSpPr>
        <p:spPr>
          <a:xfrm>
            <a:off x="4670489" y="2680890"/>
            <a:ext cx="42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2d5ab6c0ac4_0_541"/>
          <p:cNvSpPr/>
          <p:nvPr/>
        </p:nvSpPr>
        <p:spPr>
          <a:xfrm>
            <a:off x="5061268" y="2680890"/>
            <a:ext cx="52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2d5ab6c0ac4_0_541"/>
          <p:cNvSpPr/>
          <p:nvPr/>
        </p:nvSpPr>
        <p:spPr>
          <a:xfrm>
            <a:off x="5528628" y="2680890"/>
            <a:ext cx="616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2d5ab6c0ac4_0_541"/>
          <p:cNvSpPr/>
          <p:nvPr/>
        </p:nvSpPr>
        <p:spPr>
          <a:xfrm>
            <a:off x="6062409" y="2680890"/>
            <a:ext cx="288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2d5ab6c0ac4_0_541"/>
          <p:cNvSpPr/>
          <p:nvPr/>
        </p:nvSpPr>
        <p:spPr>
          <a:xfrm>
            <a:off x="6357938" y="2680890"/>
            <a:ext cx="719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nosso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2d5ab6c0ac4_0_541"/>
          <p:cNvSpPr/>
          <p:nvPr/>
        </p:nvSpPr>
        <p:spPr>
          <a:xfrm>
            <a:off x="6968173" y="2680890"/>
            <a:ext cx="100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2d5ab6c0ac4_0_541"/>
          <p:cNvSpPr/>
          <p:nvPr/>
        </p:nvSpPr>
        <p:spPr>
          <a:xfrm>
            <a:off x="7807389" y="2680890"/>
            <a:ext cx="768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possui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2d5ab6c0ac4_0_541"/>
          <p:cNvSpPr/>
          <p:nvPr/>
        </p:nvSpPr>
        <p:spPr>
          <a:xfrm>
            <a:off x="8455597" y="2680890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2d5ab6c0ac4_0_541"/>
          <p:cNvSpPr/>
          <p:nvPr/>
        </p:nvSpPr>
        <p:spPr>
          <a:xfrm>
            <a:off x="8636699" y="2680890"/>
            <a:ext cx="380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2d5ab6c0ac4_0_541"/>
          <p:cNvSpPr/>
          <p:nvPr/>
        </p:nvSpPr>
        <p:spPr>
          <a:xfrm>
            <a:off x="8989378" y="2680890"/>
            <a:ext cx="833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padrão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2d5ab6c0ac4_0_541"/>
          <p:cNvSpPr/>
          <p:nvPr/>
        </p:nvSpPr>
        <p:spPr>
          <a:xfrm>
            <a:off x="3392742" y="2928921"/>
            <a:ext cx="831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"Prata"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2d5ab6c0ac4_0_541"/>
          <p:cNvSpPr/>
          <p:nvPr/>
        </p:nvSpPr>
        <p:spPr>
          <a:xfrm>
            <a:off x="4012629" y="2928921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2d5ab6c0ac4_0_541"/>
          <p:cNvSpPr/>
          <p:nvPr/>
        </p:nvSpPr>
        <p:spPr>
          <a:xfrm>
            <a:off x="3392742" y="3415331"/>
            <a:ext cx="772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Então,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2d5ab6c0ac4_0_541"/>
          <p:cNvSpPr/>
          <p:nvPr/>
        </p:nvSpPr>
        <p:spPr>
          <a:xfrm>
            <a:off x="4041204" y="3415331"/>
            <a:ext cx="1147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2d5ab6c0ac4_0_541"/>
          <p:cNvSpPr/>
          <p:nvPr/>
        </p:nvSpPr>
        <p:spPr>
          <a:xfrm>
            <a:off x="4994593" y="3415331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g2d5ab6c0ac4_0_541"/>
          <p:cNvSpPr/>
          <p:nvPr/>
        </p:nvSpPr>
        <p:spPr>
          <a:xfrm>
            <a:off x="5166297" y="3415331"/>
            <a:ext cx="1189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construtor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2d5ab6c0ac4_0_541"/>
          <p:cNvSpPr/>
          <p:nvPr/>
        </p:nvSpPr>
        <p:spPr>
          <a:xfrm>
            <a:off x="6129338" y="3415331"/>
            <a:ext cx="528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g2d5ab6c0ac4_0_541"/>
          <p:cNvSpPr/>
          <p:nvPr/>
        </p:nvSpPr>
        <p:spPr>
          <a:xfrm>
            <a:off x="6596445" y="3415331"/>
            <a:ext cx="810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atribuir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2d5ab6c0ac4_0_541"/>
          <p:cNvSpPr/>
          <p:nvPr/>
        </p:nvSpPr>
        <p:spPr>
          <a:xfrm>
            <a:off x="7273354" y="3415331"/>
            <a:ext cx="514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2d5ab6c0ac4_0_541"/>
          <p:cNvSpPr/>
          <p:nvPr/>
        </p:nvSpPr>
        <p:spPr>
          <a:xfrm>
            <a:off x="7711758" y="3415331"/>
            <a:ext cx="58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2d5ab6c0ac4_0_541"/>
          <p:cNvSpPr/>
          <p:nvPr/>
        </p:nvSpPr>
        <p:spPr>
          <a:xfrm>
            <a:off x="8207694" y="3415331"/>
            <a:ext cx="30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2d5ab6c0ac4_0_541"/>
          <p:cNvSpPr/>
          <p:nvPr/>
        </p:nvSpPr>
        <p:spPr>
          <a:xfrm>
            <a:off x="8493824" y="3415331"/>
            <a:ext cx="717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2d5ab6c0ac4_0_541"/>
          <p:cNvSpPr/>
          <p:nvPr/>
        </p:nvSpPr>
        <p:spPr>
          <a:xfrm>
            <a:off x="9037003" y="3415331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2d5ab6c0ac4_0_541"/>
          <p:cNvSpPr/>
          <p:nvPr/>
        </p:nvSpPr>
        <p:spPr>
          <a:xfrm>
            <a:off x="3392742" y="3901741"/>
            <a:ext cx="326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2d5ab6c0ac4_0_541"/>
          <p:cNvSpPr/>
          <p:nvPr/>
        </p:nvSpPr>
        <p:spPr>
          <a:xfrm>
            <a:off x="3726498" y="3901741"/>
            <a:ext cx="1315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necessária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2d5ab6c0ac4_0_541"/>
          <p:cNvSpPr/>
          <p:nvPr/>
        </p:nvSpPr>
        <p:spPr>
          <a:xfrm>
            <a:off x="4804093" y="3901741"/>
            <a:ext cx="502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2d5ab6c0ac4_0_541"/>
          <p:cNvSpPr/>
          <p:nvPr/>
        </p:nvSpPr>
        <p:spPr>
          <a:xfrm>
            <a:off x="5271199" y="3901741"/>
            <a:ext cx="692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2d5ab6c0ac4_0_541"/>
          <p:cNvSpPr/>
          <p:nvPr/>
        </p:nvSpPr>
        <p:spPr>
          <a:xfrm>
            <a:off x="5881307" y="3901741"/>
            <a:ext cx="1109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alteração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2d5ab6c0ac4_0_541"/>
          <p:cNvSpPr/>
          <p:nvPr/>
        </p:nvSpPr>
        <p:spPr>
          <a:xfrm>
            <a:off x="6806248" y="3901741"/>
            <a:ext cx="28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2d5ab6c0ac4_0_541"/>
          <p:cNvSpPr/>
          <p:nvPr/>
        </p:nvSpPr>
        <p:spPr>
          <a:xfrm>
            <a:off x="7111429" y="3901741"/>
            <a:ext cx="453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2d5ab6c0ac4_0_541"/>
          <p:cNvSpPr/>
          <p:nvPr/>
        </p:nvSpPr>
        <p:spPr>
          <a:xfrm>
            <a:off x="7549833" y="3901741"/>
            <a:ext cx="654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2d5ab6c0ac4_0_541"/>
          <p:cNvSpPr/>
          <p:nvPr/>
        </p:nvSpPr>
        <p:spPr>
          <a:xfrm>
            <a:off x="8131494" y="3901741"/>
            <a:ext cx="771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2d5ab6c0ac4_0_541"/>
          <p:cNvSpPr/>
          <p:nvPr/>
        </p:nvSpPr>
        <p:spPr>
          <a:xfrm>
            <a:off x="8798878" y="3901741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2d5ab6c0ac4_0_541"/>
          <p:cNvSpPr/>
          <p:nvPr/>
        </p:nvSpPr>
        <p:spPr>
          <a:xfrm>
            <a:off x="8998903" y="3901741"/>
            <a:ext cx="820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2d5ab6c0ac4_0_541"/>
          <p:cNvSpPr/>
          <p:nvPr/>
        </p:nvSpPr>
        <p:spPr>
          <a:xfrm>
            <a:off x="3392742" y="4149645"/>
            <a:ext cx="976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setCor()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2d5ab6c0ac4_0_541"/>
          <p:cNvSpPr/>
          <p:nvPr/>
        </p:nvSpPr>
        <p:spPr>
          <a:xfrm>
            <a:off x="4127183" y="4149645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2d5ab6c0ac4_0_541"/>
          <p:cNvSpPr/>
          <p:nvPr/>
        </p:nvSpPr>
        <p:spPr>
          <a:xfrm>
            <a:off x="3392742" y="4636118"/>
            <a:ext cx="418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2d5ab6c0ac4_0_541"/>
          <p:cNvSpPr/>
          <p:nvPr/>
        </p:nvSpPr>
        <p:spPr>
          <a:xfrm>
            <a:off x="3764598" y="4636118"/>
            <a:ext cx="577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2d5ab6c0ac4_0_541"/>
          <p:cNvSpPr/>
          <p:nvPr/>
        </p:nvSpPr>
        <p:spPr>
          <a:xfrm>
            <a:off x="4260533" y="4636118"/>
            <a:ext cx="1022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práticas,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2d5ab6c0ac4_0_541"/>
          <p:cNvSpPr/>
          <p:nvPr/>
        </p:nvSpPr>
        <p:spPr>
          <a:xfrm>
            <a:off x="5089843" y="4636118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2d5ab6c0ac4_0_541"/>
          <p:cNvSpPr/>
          <p:nvPr/>
        </p:nvSpPr>
        <p:spPr>
          <a:xfrm>
            <a:off x="5261547" y="4636118"/>
            <a:ext cx="1189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construtor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2d5ab6c0ac4_0_541"/>
          <p:cNvSpPr/>
          <p:nvPr/>
        </p:nvSpPr>
        <p:spPr>
          <a:xfrm>
            <a:off x="6224588" y="4636118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g2d5ab6c0ac4_0_541"/>
          <p:cNvSpPr/>
          <p:nvPr/>
        </p:nvSpPr>
        <p:spPr>
          <a:xfrm>
            <a:off x="6396038" y="4636118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g2d5ab6c0ac4_0_541"/>
          <p:cNvSpPr/>
          <p:nvPr/>
        </p:nvSpPr>
        <p:spPr>
          <a:xfrm>
            <a:off x="6558217" y="4636118"/>
            <a:ext cx="945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primeiro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2d5ab6c0ac4_0_541"/>
          <p:cNvSpPr/>
          <p:nvPr/>
        </p:nvSpPr>
        <p:spPr>
          <a:xfrm>
            <a:off x="7349554" y="4636118"/>
            <a:ext cx="871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g2d5ab6c0ac4_0_541"/>
          <p:cNvSpPr/>
          <p:nvPr/>
        </p:nvSpPr>
        <p:spPr>
          <a:xfrm>
            <a:off x="8093394" y="4636118"/>
            <a:ext cx="28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g2d5ab6c0ac4_0_541"/>
          <p:cNvSpPr/>
          <p:nvPr/>
        </p:nvSpPr>
        <p:spPr>
          <a:xfrm>
            <a:off x="8369619" y="4636118"/>
            <a:ext cx="42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2d5ab6c0ac4_0_541"/>
          <p:cNvSpPr/>
          <p:nvPr/>
        </p:nvSpPr>
        <p:spPr>
          <a:xfrm>
            <a:off x="8760778" y="4636118"/>
            <a:ext cx="768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2d5ab6c0ac4_0_541"/>
          <p:cNvSpPr/>
          <p:nvPr/>
        </p:nvSpPr>
        <p:spPr>
          <a:xfrm>
            <a:off x="9342057" y="4636118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g2d5ab6c0ac4_0_5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062" y="2159001"/>
            <a:ext cx="274320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g2d5ab6c0ac4_0_541"/>
          <p:cNvSpPr/>
          <p:nvPr/>
        </p:nvSpPr>
        <p:spPr>
          <a:xfrm>
            <a:off x="373063" y="2159001"/>
            <a:ext cx="2743200" cy="1362075"/>
          </a:xfrm>
          <a:custGeom>
            <a:rect b="b" l="l" r="r" t="t"/>
            <a:pathLst>
              <a:path extrusionOk="0" h="1362075" w="2743200">
                <a:moveTo>
                  <a:pt x="0" y="1362075"/>
                </a:moveTo>
                <a:lnTo>
                  <a:pt x="2743200" y="1362075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825" name="Google Shape;825;g2d5ab6c0ac4_0_5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g2d5ab6c0ac4_0_572"/>
          <p:cNvSpPr/>
          <p:nvPr/>
        </p:nvSpPr>
        <p:spPr>
          <a:xfrm>
            <a:off x="735225" y="312529"/>
            <a:ext cx="1674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HERANÇA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2d5ab6c0ac4_0_572"/>
          <p:cNvSpPr/>
          <p:nvPr/>
        </p:nvSpPr>
        <p:spPr>
          <a:xfrm>
            <a:off x="372323" y="1221406"/>
            <a:ext cx="778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2d5ab6c0ac4_0_572"/>
          <p:cNvSpPr/>
          <p:nvPr/>
        </p:nvSpPr>
        <p:spPr>
          <a:xfrm>
            <a:off x="1030183" y="1221406"/>
            <a:ext cx="854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2d5ab6c0ac4_0_572"/>
          <p:cNvSpPr/>
          <p:nvPr/>
        </p:nvSpPr>
        <p:spPr>
          <a:xfrm>
            <a:off x="1735731" y="1221406"/>
            <a:ext cx="449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2d5ab6c0ac4_0_572"/>
          <p:cNvSpPr/>
          <p:nvPr/>
        </p:nvSpPr>
        <p:spPr>
          <a:xfrm>
            <a:off x="2136035" y="1221406"/>
            <a:ext cx="1767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2d5ab6c0ac4_0_572"/>
          <p:cNvSpPr/>
          <p:nvPr/>
        </p:nvSpPr>
        <p:spPr>
          <a:xfrm>
            <a:off x="3508905" y="1221406"/>
            <a:ext cx="90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2d5ab6c0ac4_0_572"/>
          <p:cNvSpPr/>
          <p:nvPr/>
        </p:nvSpPr>
        <p:spPr>
          <a:xfrm>
            <a:off x="4271794" y="1221406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2d5ab6c0ac4_0_572"/>
          <p:cNvSpPr/>
          <p:nvPr/>
        </p:nvSpPr>
        <p:spPr>
          <a:xfrm>
            <a:off x="4443244" y="1221406"/>
            <a:ext cx="806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2d5ab6c0ac4_0_572"/>
          <p:cNvSpPr/>
          <p:nvPr/>
        </p:nvSpPr>
        <p:spPr>
          <a:xfrm>
            <a:off x="5120154" y="1221406"/>
            <a:ext cx="380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2d5ab6c0ac4_0_572"/>
          <p:cNvSpPr/>
          <p:nvPr/>
        </p:nvSpPr>
        <p:spPr>
          <a:xfrm>
            <a:off x="5463435" y="1221406"/>
            <a:ext cx="123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agrupados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2d5ab6c0ac4_0_572"/>
          <p:cNvSpPr/>
          <p:nvPr/>
        </p:nvSpPr>
        <p:spPr>
          <a:xfrm>
            <a:off x="6397901" y="1221406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2d5ab6c0ac4_0_572"/>
          <p:cNvSpPr/>
          <p:nvPr/>
        </p:nvSpPr>
        <p:spPr>
          <a:xfrm>
            <a:off x="372323" y="1679241"/>
            <a:ext cx="177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2d5ab6c0ac4_0_572"/>
          <p:cNvSpPr/>
          <p:nvPr/>
        </p:nvSpPr>
        <p:spPr>
          <a:xfrm>
            <a:off x="582190" y="1679241"/>
            <a:ext cx="971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herança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2d5ab6c0ac4_0_572"/>
          <p:cNvSpPr/>
          <p:nvPr/>
        </p:nvSpPr>
        <p:spPr>
          <a:xfrm>
            <a:off x="1401975" y="1679241"/>
            <a:ext cx="8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2d5ab6c0ac4_0_572"/>
          <p:cNvSpPr/>
          <p:nvPr/>
        </p:nvSpPr>
        <p:spPr>
          <a:xfrm>
            <a:off x="2155085" y="1679241"/>
            <a:ext cx="440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2d5ab6c0ac4_0_572"/>
          <p:cNvSpPr/>
          <p:nvPr/>
        </p:nvSpPr>
        <p:spPr>
          <a:xfrm>
            <a:off x="2574820" y="1679241"/>
            <a:ext cx="515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2d5ab6c0ac4_0_572"/>
          <p:cNvSpPr/>
          <p:nvPr/>
        </p:nvSpPr>
        <p:spPr>
          <a:xfrm>
            <a:off x="3041926" y="1679241"/>
            <a:ext cx="780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2d5ab6c0ac4_0_572"/>
          <p:cNvSpPr/>
          <p:nvPr/>
        </p:nvSpPr>
        <p:spPr>
          <a:xfrm>
            <a:off x="3709184" y="1714696"/>
            <a:ext cx="861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“herde”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2d5ab6c0ac4_0_572"/>
          <p:cNvSpPr/>
          <p:nvPr/>
        </p:nvSpPr>
        <p:spPr>
          <a:xfrm>
            <a:off x="4433846" y="1679241"/>
            <a:ext cx="665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2d5ab6c0ac4_0_572"/>
          <p:cNvSpPr/>
          <p:nvPr/>
        </p:nvSpPr>
        <p:spPr>
          <a:xfrm>
            <a:off x="5015506" y="1679241"/>
            <a:ext cx="285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2d5ab6c0ac4_0_572"/>
          <p:cNvSpPr/>
          <p:nvPr/>
        </p:nvSpPr>
        <p:spPr>
          <a:xfrm>
            <a:off x="5311035" y="1679241"/>
            <a:ext cx="1867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2d5ab6c0ac4_0_572"/>
          <p:cNvSpPr/>
          <p:nvPr/>
        </p:nvSpPr>
        <p:spPr>
          <a:xfrm>
            <a:off x="6807731" y="1679241"/>
            <a:ext cx="288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2d5ab6c0ac4_0_572"/>
          <p:cNvSpPr/>
          <p:nvPr/>
        </p:nvSpPr>
        <p:spPr>
          <a:xfrm>
            <a:off x="7112784" y="1679241"/>
            <a:ext cx="516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2d5ab6c0ac4_0_572"/>
          <p:cNvSpPr/>
          <p:nvPr/>
        </p:nvSpPr>
        <p:spPr>
          <a:xfrm>
            <a:off x="7580144" y="1679241"/>
            <a:ext cx="768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2d5ab6c0ac4_0_572"/>
          <p:cNvSpPr/>
          <p:nvPr/>
        </p:nvSpPr>
        <p:spPr>
          <a:xfrm>
            <a:off x="8247529" y="1679241"/>
            <a:ext cx="428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2d5ab6c0ac4_0_572"/>
          <p:cNvSpPr/>
          <p:nvPr/>
        </p:nvSpPr>
        <p:spPr>
          <a:xfrm>
            <a:off x="8647960" y="1679241"/>
            <a:ext cx="715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2d5ab6c0ac4_0_572"/>
          <p:cNvSpPr/>
          <p:nvPr/>
        </p:nvSpPr>
        <p:spPr>
          <a:xfrm>
            <a:off x="9248670" y="1679241"/>
            <a:ext cx="464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terá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2d5ab6c0ac4_0_572"/>
          <p:cNvSpPr/>
          <p:nvPr/>
        </p:nvSpPr>
        <p:spPr>
          <a:xfrm>
            <a:off x="372323" y="1917620"/>
            <a:ext cx="1197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disponível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2d5ab6c0ac4_0_572"/>
          <p:cNvSpPr/>
          <p:nvPr/>
        </p:nvSpPr>
        <p:spPr>
          <a:xfrm>
            <a:off x="1344825" y="1917620"/>
            <a:ext cx="651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2d5ab6c0ac4_0_572"/>
          <p:cNvSpPr/>
          <p:nvPr/>
        </p:nvSpPr>
        <p:spPr>
          <a:xfrm>
            <a:off x="1897910" y="1917620"/>
            <a:ext cx="285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2d5ab6c0ac4_0_572"/>
          <p:cNvSpPr/>
          <p:nvPr/>
        </p:nvSpPr>
        <p:spPr>
          <a:xfrm>
            <a:off x="2164610" y="1917620"/>
            <a:ext cx="56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2d5ab6c0ac4_0_572"/>
          <p:cNvSpPr/>
          <p:nvPr/>
        </p:nvSpPr>
        <p:spPr>
          <a:xfrm>
            <a:off x="2651020" y="1917620"/>
            <a:ext cx="101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2d5ab6c0ac4_0_572"/>
          <p:cNvSpPr/>
          <p:nvPr/>
        </p:nvSpPr>
        <p:spPr>
          <a:xfrm>
            <a:off x="3489855" y="1917620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2d5ab6c0ac4_0_572"/>
          <p:cNvSpPr/>
          <p:nvPr/>
        </p:nvSpPr>
        <p:spPr>
          <a:xfrm>
            <a:off x="3661686" y="1917620"/>
            <a:ext cx="563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2d5ab6c0ac4_0_572"/>
          <p:cNvSpPr/>
          <p:nvPr/>
        </p:nvSpPr>
        <p:spPr>
          <a:xfrm>
            <a:off x="4147715" y="1917620"/>
            <a:ext cx="1262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2d5ab6c0ac4_0_572"/>
          <p:cNvSpPr/>
          <p:nvPr/>
        </p:nvSpPr>
        <p:spPr>
          <a:xfrm>
            <a:off x="5101231" y="1917620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2d5ab6c0ac4_0_572"/>
          <p:cNvSpPr/>
          <p:nvPr/>
        </p:nvSpPr>
        <p:spPr>
          <a:xfrm>
            <a:off x="372323" y="2413682"/>
            <a:ext cx="100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Fazendo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2d5ab6c0ac4_0_572"/>
          <p:cNvSpPr/>
          <p:nvPr/>
        </p:nvSpPr>
        <p:spPr>
          <a:xfrm>
            <a:off x="1220683" y="2413682"/>
            <a:ext cx="42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2d5ab6c0ac4_0_572"/>
          <p:cNvSpPr/>
          <p:nvPr/>
        </p:nvSpPr>
        <p:spPr>
          <a:xfrm>
            <a:off x="1602254" y="2413682"/>
            <a:ext cx="28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2d5ab6c0ac4_0_572"/>
          <p:cNvSpPr/>
          <p:nvPr/>
        </p:nvSpPr>
        <p:spPr>
          <a:xfrm>
            <a:off x="1888004" y="2413682"/>
            <a:ext cx="960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herança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2d5ab6c0ac4_0_572"/>
          <p:cNvSpPr/>
          <p:nvPr/>
        </p:nvSpPr>
        <p:spPr>
          <a:xfrm>
            <a:off x="2679595" y="2413682"/>
            <a:ext cx="439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2d5ab6c0ac4_0_572"/>
          <p:cNvSpPr/>
          <p:nvPr/>
        </p:nvSpPr>
        <p:spPr>
          <a:xfrm>
            <a:off x="3070501" y="2413682"/>
            <a:ext cx="1361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precisamos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2d5ab6c0ac4_0_572"/>
          <p:cNvSpPr/>
          <p:nvPr/>
        </p:nvSpPr>
        <p:spPr>
          <a:xfrm>
            <a:off x="4166765" y="2413682"/>
            <a:ext cx="1053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2d5ab6c0ac4_0_572"/>
          <p:cNvSpPr/>
          <p:nvPr/>
        </p:nvSpPr>
        <p:spPr>
          <a:xfrm>
            <a:off x="5005854" y="2413682"/>
            <a:ext cx="515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2d5ab6c0ac4_0_572"/>
          <p:cNvSpPr/>
          <p:nvPr/>
        </p:nvSpPr>
        <p:spPr>
          <a:xfrm>
            <a:off x="5463435" y="2413682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2d5ab6c0ac4_0_572"/>
          <p:cNvSpPr/>
          <p:nvPr/>
        </p:nvSpPr>
        <p:spPr>
          <a:xfrm>
            <a:off x="5625614" y="2413682"/>
            <a:ext cx="780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2d5ab6c0ac4_0_572"/>
          <p:cNvSpPr/>
          <p:nvPr/>
        </p:nvSpPr>
        <p:spPr>
          <a:xfrm>
            <a:off x="6283601" y="2413682"/>
            <a:ext cx="3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2d5ab6c0ac4_0_572"/>
          <p:cNvSpPr/>
          <p:nvPr/>
        </p:nvSpPr>
        <p:spPr>
          <a:xfrm>
            <a:off x="6626756" y="2413682"/>
            <a:ext cx="855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g2d5ab6c0ac4_0_572"/>
          <p:cNvSpPr/>
          <p:nvPr/>
        </p:nvSpPr>
        <p:spPr>
          <a:xfrm>
            <a:off x="7351290" y="2413682"/>
            <a:ext cx="1300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novamente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2d5ab6c0ac4_0_572"/>
          <p:cNvSpPr/>
          <p:nvPr/>
        </p:nvSpPr>
        <p:spPr>
          <a:xfrm>
            <a:off x="8333254" y="2413682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g2d5ab6c0ac4_0_572"/>
          <p:cNvSpPr/>
          <p:nvPr/>
        </p:nvSpPr>
        <p:spPr>
          <a:xfrm>
            <a:off x="3056531" y="2815575"/>
            <a:ext cx="54912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Quais as propriedades e operações de uma moto?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2d5ab6c0ac4_0_572"/>
          <p:cNvSpPr/>
          <p:nvPr/>
        </p:nvSpPr>
        <p:spPr>
          <a:xfrm>
            <a:off x="3091964" y="3080970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78" name="Google Shape;878;g2d5ab6c0ac4_0_572"/>
          <p:cNvSpPr/>
          <p:nvPr/>
        </p:nvSpPr>
        <p:spPr>
          <a:xfrm>
            <a:off x="4832372" y="3080970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79" name="Google Shape;879;g2d5ab6c0ac4_0_572"/>
          <p:cNvSpPr/>
          <p:nvPr/>
        </p:nvSpPr>
        <p:spPr>
          <a:xfrm>
            <a:off x="3091964" y="3451556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880" name="Google Shape;880;g2d5ab6c0ac4_0_572"/>
          <p:cNvSpPr/>
          <p:nvPr/>
        </p:nvSpPr>
        <p:spPr>
          <a:xfrm>
            <a:off x="4832372" y="3451556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881" name="Google Shape;881;g2d5ab6c0ac4_0_572"/>
          <p:cNvSpPr/>
          <p:nvPr/>
        </p:nvSpPr>
        <p:spPr>
          <a:xfrm>
            <a:off x="3091964" y="3822142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882" name="Google Shape;882;g2d5ab6c0ac4_0_572"/>
          <p:cNvSpPr/>
          <p:nvPr/>
        </p:nvSpPr>
        <p:spPr>
          <a:xfrm>
            <a:off x="4832372" y="3822142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883" name="Google Shape;883;g2d5ab6c0ac4_0_572"/>
          <p:cNvSpPr/>
          <p:nvPr/>
        </p:nvSpPr>
        <p:spPr>
          <a:xfrm>
            <a:off x="3091964" y="4192817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884" name="Google Shape;884;g2d5ab6c0ac4_0_572"/>
          <p:cNvSpPr/>
          <p:nvPr/>
        </p:nvSpPr>
        <p:spPr>
          <a:xfrm>
            <a:off x="4832372" y="4192817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885" name="Google Shape;885;g2d5ab6c0ac4_0_572"/>
          <p:cNvSpPr/>
          <p:nvPr/>
        </p:nvSpPr>
        <p:spPr>
          <a:xfrm>
            <a:off x="3091964" y="4563454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886" name="Google Shape;886;g2d5ab6c0ac4_0_572"/>
          <p:cNvSpPr/>
          <p:nvPr/>
        </p:nvSpPr>
        <p:spPr>
          <a:xfrm>
            <a:off x="4832372" y="4563454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887" name="Google Shape;887;g2d5ab6c0ac4_0_572"/>
          <p:cNvSpPr/>
          <p:nvPr/>
        </p:nvSpPr>
        <p:spPr>
          <a:xfrm>
            <a:off x="4832372" y="3074544"/>
            <a:ext cx="0" cy="1865897"/>
          </a:xfrm>
          <a:custGeom>
            <a:rect b="b" l="l" r="r" t="t"/>
            <a:pathLst>
              <a:path extrusionOk="0" h="1865897" w="120000">
                <a:moveTo>
                  <a:pt x="0" y="0"/>
                </a:moveTo>
                <a:lnTo>
                  <a:pt x="0" y="1865897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2d5ab6c0ac4_0_572"/>
          <p:cNvSpPr/>
          <p:nvPr/>
        </p:nvSpPr>
        <p:spPr>
          <a:xfrm>
            <a:off x="3085614" y="3451607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g2d5ab6c0ac4_0_572"/>
          <p:cNvSpPr/>
          <p:nvPr/>
        </p:nvSpPr>
        <p:spPr>
          <a:xfrm>
            <a:off x="3085614" y="3822193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2d5ab6c0ac4_0_572"/>
          <p:cNvSpPr/>
          <p:nvPr/>
        </p:nvSpPr>
        <p:spPr>
          <a:xfrm>
            <a:off x="3085614" y="4192779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g2d5ab6c0ac4_0_572"/>
          <p:cNvSpPr/>
          <p:nvPr/>
        </p:nvSpPr>
        <p:spPr>
          <a:xfrm>
            <a:off x="3085614" y="4563454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g2d5ab6c0ac4_0_572"/>
          <p:cNvSpPr/>
          <p:nvPr/>
        </p:nvSpPr>
        <p:spPr>
          <a:xfrm>
            <a:off x="3091964" y="3074544"/>
            <a:ext cx="0" cy="1865897"/>
          </a:xfrm>
          <a:custGeom>
            <a:rect b="b" l="l" r="r" t="t"/>
            <a:pathLst>
              <a:path extrusionOk="0" h="1865897" w="120000">
                <a:moveTo>
                  <a:pt x="0" y="0"/>
                </a:moveTo>
                <a:lnTo>
                  <a:pt x="0" y="1865897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g2d5ab6c0ac4_0_572"/>
          <p:cNvSpPr/>
          <p:nvPr/>
        </p:nvSpPr>
        <p:spPr>
          <a:xfrm>
            <a:off x="6498739" y="3074544"/>
            <a:ext cx="0" cy="1865897"/>
          </a:xfrm>
          <a:custGeom>
            <a:rect b="b" l="l" r="r" t="t"/>
            <a:pathLst>
              <a:path extrusionOk="0" h="1865897" w="120000">
                <a:moveTo>
                  <a:pt x="0" y="0"/>
                </a:moveTo>
                <a:lnTo>
                  <a:pt x="0" y="1865897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g2d5ab6c0ac4_0_572"/>
          <p:cNvSpPr/>
          <p:nvPr/>
        </p:nvSpPr>
        <p:spPr>
          <a:xfrm>
            <a:off x="3085614" y="4934091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2d5ab6c0ac4_0_572"/>
          <p:cNvSpPr/>
          <p:nvPr/>
        </p:nvSpPr>
        <p:spPr>
          <a:xfrm>
            <a:off x="3240935" y="3134121"/>
            <a:ext cx="19245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2d5ab6c0ac4_0_572"/>
          <p:cNvSpPr/>
          <p:nvPr/>
        </p:nvSpPr>
        <p:spPr>
          <a:xfrm>
            <a:off x="5088150" y="3134121"/>
            <a:ext cx="1543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OPERAÇÕES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2d5ab6c0ac4_0_572"/>
          <p:cNvSpPr/>
          <p:nvPr/>
        </p:nvSpPr>
        <p:spPr>
          <a:xfrm>
            <a:off x="3183404" y="3505215"/>
            <a:ext cx="792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g2d5ab6c0ac4_0_572"/>
          <p:cNvSpPr/>
          <p:nvPr/>
        </p:nvSpPr>
        <p:spPr>
          <a:xfrm>
            <a:off x="4925590" y="3505215"/>
            <a:ext cx="1484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Ligar/Desligar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2d5ab6c0ac4_0_572"/>
          <p:cNvSpPr/>
          <p:nvPr/>
        </p:nvSpPr>
        <p:spPr>
          <a:xfrm>
            <a:off x="3183404" y="3876436"/>
            <a:ext cx="3966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2d5ab6c0ac4_0_572"/>
          <p:cNvSpPr/>
          <p:nvPr/>
        </p:nvSpPr>
        <p:spPr>
          <a:xfrm>
            <a:off x="4925590" y="3876436"/>
            <a:ext cx="890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Empinar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2d5ab6c0ac4_0_572"/>
          <p:cNvSpPr/>
          <p:nvPr/>
        </p:nvSpPr>
        <p:spPr>
          <a:xfrm>
            <a:off x="3183404" y="4247594"/>
            <a:ext cx="425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2d5ab6c0ac4_0_572"/>
          <p:cNvSpPr/>
          <p:nvPr/>
        </p:nvSpPr>
        <p:spPr>
          <a:xfrm>
            <a:off x="3183404" y="4618751"/>
            <a:ext cx="1183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Cilindradas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908" name="Google Shape;908;g2d5ab6c0ac4_0_6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g2d5ab6c0ac4_0_667"/>
          <p:cNvSpPr/>
          <p:nvPr/>
        </p:nvSpPr>
        <p:spPr>
          <a:xfrm>
            <a:off x="727725" y="312529"/>
            <a:ext cx="1674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HERANÇA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2d5ab6c0ac4_0_667"/>
          <p:cNvSpPr/>
          <p:nvPr/>
        </p:nvSpPr>
        <p:spPr>
          <a:xfrm>
            <a:off x="5875670" y="1466262"/>
            <a:ext cx="177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2d5ab6c0ac4_0_667"/>
          <p:cNvSpPr/>
          <p:nvPr/>
        </p:nvSpPr>
        <p:spPr>
          <a:xfrm>
            <a:off x="6094745" y="1466262"/>
            <a:ext cx="883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maioria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2d5ab6c0ac4_0_667"/>
          <p:cNvSpPr/>
          <p:nvPr/>
        </p:nvSpPr>
        <p:spPr>
          <a:xfrm>
            <a:off x="6848109" y="1466262"/>
            <a:ext cx="791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2d5ab6c0ac4_0_667"/>
          <p:cNvSpPr/>
          <p:nvPr/>
        </p:nvSpPr>
        <p:spPr>
          <a:xfrm>
            <a:off x="7534671" y="1466262"/>
            <a:ext cx="86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2d5ab6c0ac4_0_667"/>
          <p:cNvSpPr/>
          <p:nvPr/>
        </p:nvSpPr>
        <p:spPr>
          <a:xfrm>
            <a:off x="8278257" y="1466262"/>
            <a:ext cx="654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2d5ab6c0ac4_0_667"/>
          <p:cNvSpPr/>
          <p:nvPr/>
        </p:nvSpPr>
        <p:spPr>
          <a:xfrm>
            <a:off x="8859916" y="1466262"/>
            <a:ext cx="1170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g2d5ab6c0ac4_0_667"/>
          <p:cNvSpPr/>
          <p:nvPr/>
        </p:nvSpPr>
        <p:spPr>
          <a:xfrm>
            <a:off x="5875670" y="1704641"/>
            <a:ext cx="968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também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2d5ab6c0ac4_0_667"/>
          <p:cNvSpPr/>
          <p:nvPr/>
        </p:nvSpPr>
        <p:spPr>
          <a:xfrm>
            <a:off x="6819281" y="1704641"/>
            <a:ext cx="52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2d5ab6c0ac4_0_667"/>
          <p:cNvSpPr/>
          <p:nvPr/>
        </p:nvSpPr>
        <p:spPr>
          <a:xfrm>
            <a:off x="7429515" y="1704641"/>
            <a:ext cx="755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2d5ab6c0ac4_0_667"/>
          <p:cNvSpPr/>
          <p:nvPr/>
        </p:nvSpPr>
        <p:spPr>
          <a:xfrm>
            <a:off x="8211454" y="1704641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2d5ab6c0ac4_0_667"/>
          <p:cNvSpPr/>
          <p:nvPr/>
        </p:nvSpPr>
        <p:spPr>
          <a:xfrm>
            <a:off x="8526160" y="1704641"/>
            <a:ext cx="1031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teríamos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2d5ab6c0ac4_0_667"/>
          <p:cNvSpPr/>
          <p:nvPr/>
        </p:nvSpPr>
        <p:spPr>
          <a:xfrm>
            <a:off x="9517776" y="1704641"/>
            <a:ext cx="28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2d5ab6c0ac4_0_667"/>
          <p:cNvSpPr/>
          <p:nvPr/>
        </p:nvSpPr>
        <p:spPr>
          <a:xfrm>
            <a:off x="5875670" y="1952545"/>
            <a:ext cx="129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reescrever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2d5ab6c0ac4_0_667"/>
          <p:cNvSpPr/>
          <p:nvPr/>
        </p:nvSpPr>
        <p:spPr>
          <a:xfrm>
            <a:off x="6895734" y="1952545"/>
            <a:ext cx="651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2d5ab6c0ac4_0_667"/>
          <p:cNvSpPr/>
          <p:nvPr/>
        </p:nvSpPr>
        <p:spPr>
          <a:xfrm>
            <a:off x="7391415" y="1952545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2d5ab6c0ac4_0_667"/>
          <p:cNvSpPr/>
          <p:nvPr/>
        </p:nvSpPr>
        <p:spPr>
          <a:xfrm>
            <a:off x="5875670" y="2438955"/>
            <a:ext cx="1314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Entretanto,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2d5ab6c0ac4_0_667"/>
          <p:cNvSpPr/>
          <p:nvPr/>
        </p:nvSpPr>
        <p:spPr>
          <a:xfrm>
            <a:off x="7105284" y="2438955"/>
            <a:ext cx="1125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2d5ab6c0ac4_0_667"/>
          <p:cNvSpPr/>
          <p:nvPr/>
        </p:nvSpPr>
        <p:spPr>
          <a:xfrm>
            <a:off x="8192532" y="2438955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2d5ab6c0ac4_0_667"/>
          <p:cNvSpPr/>
          <p:nvPr/>
        </p:nvSpPr>
        <p:spPr>
          <a:xfrm>
            <a:off x="8545210" y="2438955"/>
            <a:ext cx="971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herança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2d5ab6c0ac4_0_667"/>
          <p:cNvSpPr/>
          <p:nvPr/>
        </p:nvSpPr>
        <p:spPr>
          <a:xfrm>
            <a:off x="9517776" y="2438955"/>
            <a:ext cx="28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2d5ab6c0ac4_0_667"/>
          <p:cNvSpPr/>
          <p:nvPr/>
        </p:nvSpPr>
        <p:spPr>
          <a:xfrm>
            <a:off x="5875670" y="2686986"/>
            <a:ext cx="126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orientação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2d5ab6c0ac4_0_667"/>
          <p:cNvSpPr/>
          <p:nvPr/>
        </p:nvSpPr>
        <p:spPr>
          <a:xfrm>
            <a:off x="6886209" y="2686986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2d5ab6c0ac4_0_667"/>
          <p:cNvSpPr/>
          <p:nvPr/>
        </p:nvSpPr>
        <p:spPr>
          <a:xfrm>
            <a:off x="7057659" y="2686986"/>
            <a:ext cx="855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2d5ab6c0ac4_0_667"/>
          <p:cNvSpPr/>
          <p:nvPr/>
        </p:nvSpPr>
        <p:spPr>
          <a:xfrm>
            <a:off x="7763271" y="2686986"/>
            <a:ext cx="427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isto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2d5ab6c0ac4_0_667"/>
          <p:cNvSpPr/>
          <p:nvPr/>
        </p:nvSpPr>
        <p:spPr>
          <a:xfrm>
            <a:off x="8144525" y="2686986"/>
            <a:ext cx="440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2d5ab6c0ac4_0_667"/>
          <p:cNvSpPr/>
          <p:nvPr/>
        </p:nvSpPr>
        <p:spPr>
          <a:xfrm>
            <a:off x="8535685" y="2686986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2d5ab6c0ac4_0_667"/>
          <p:cNvSpPr/>
          <p:nvPr/>
        </p:nvSpPr>
        <p:spPr>
          <a:xfrm>
            <a:off x="8707135" y="2686986"/>
            <a:ext cx="1391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necessário,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2d5ab6c0ac4_0_667"/>
          <p:cNvSpPr/>
          <p:nvPr/>
        </p:nvSpPr>
        <p:spPr>
          <a:xfrm>
            <a:off x="5875670" y="2925365"/>
            <a:ext cx="654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2d5ab6c0ac4_0_667"/>
          <p:cNvSpPr/>
          <p:nvPr/>
        </p:nvSpPr>
        <p:spPr>
          <a:xfrm>
            <a:off x="6524006" y="2925365"/>
            <a:ext cx="1829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generalizarmos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2d5ab6c0ac4_0_667"/>
          <p:cNvSpPr/>
          <p:nvPr/>
        </p:nvSpPr>
        <p:spPr>
          <a:xfrm>
            <a:off x="8058800" y="2925365"/>
            <a:ext cx="285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2d5ab6c0ac4_0_667"/>
          <p:cNvSpPr/>
          <p:nvPr/>
        </p:nvSpPr>
        <p:spPr>
          <a:xfrm>
            <a:off x="8430656" y="2925365"/>
            <a:ext cx="175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2d5ab6c0ac4_0_667"/>
          <p:cNvSpPr/>
          <p:nvPr/>
        </p:nvSpPr>
        <p:spPr>
          <a:xfrm>
            <a:off x="5875670" y="3173396"/>
            <a:ext cx="905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2d5ab6c0ac4_0_667"/>
          <p:cNvSpPr/>
          <p:nvPr/>
        </p:nvSpPr>
        <p:spPr>
          <a:xfrm>
            <a:off x="6647831" y="3173396"/>
            <a:ext cx="424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2d5ab6c0ac4_0_667"/>
          <p:cNvSpPr/>
          <p:nvPr/>
        </p:nvSpPr>
        <p:spPr>
          <a:xfrm>
            <a:off x="7029084" y="3173396"/>
            <a:ext cx="854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2d5ab6c0ac4_0_667"/>
          <p:cNvSpPr/>
          <p:nvPr/>
        </p:nvSpPr>
        <p:spPr>
          <a:xfrm>
            <a:off x="7677546" y="3173396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2d5ab6c0ac4_0_667"/>
          <p:cNvSpPr/>
          <p:nvPr/>
        </p:nvSpPr>
        <p:spPr>
          <a:xfrm>
            <a:off x="3839987" y="3851441"/>
            <a:ext cx="1740408" cy="304635"/>
          </a:xfrm>
          <a:custGeom>
            <a:rect b="b" l="l" r="r" t="t"/>
            <a:pathLst>
              <a:path extrusionOk="0" h="304635" w="1740408">
                <a:moveTo>
                  <a:pt x="0" y="0"/>
                </a:moveTo>
                <a:lnTo>
                  <a:pt x="1740408" y="0"/>
                </a:lnTo>
                <a:lnTo>
                  <a:pt x="174040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46" name="Google Shape;946;g2d5ab6c0ac4_0_667"/>
          <p:cNvSpPr/>
          <p:nvPr/>
        </p:nvSpPr>
        <p:spPr>
          <a:xfrm>
            <a:off x="5580395" y="3851441"/>
            <a:ext cx="1666367" cy="304635"/>
          </a:xfrm>
          <a:custGeom>
            <a:rect b="b" l="l" r="r" t="t"/>
            <a:pathLst>
              <a:path extrusionOk="0" h="304635" w="1666367">
                <a:moveTo>
                  <a:pt x="0" y="0"/>
                </a:moveTo>
                <a:lnTo>
                  <a:pt x="1666367" y="0"/>
                </a:lnTo>
                <a:lnTo>
                  <a:pt x="1666367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47" name="Google Shape;947;g2d5ab6c0ac4_0_667"/>
          <p:cNvSpPr/>
          <p:nvPr/>
        </p:nvSpPr>
        <p:spPr>
          <a:xfrm>
            <a:off x="3839987" y="4156063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48" name="Google Shape;948;g2d5ab6c0ac4_0_667"/>
          <p:cNvSpPr/>
          <p:nvPr/>
        </p:nvSpPr>
        <p:spPr>
          <a:xfrm>
            <a:off x="5580395" y="4156063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49" name="Google Shape;949;g2d5ab6c0ac4_0_667"/>
          <p:cNvSpPr/>
          <p:nvPr/>
        </p:nvSpPr>
        <p:spPr>
          <a:xfrm>
            <a:off x="5580395" y="3845053"/>
            <a:ext cx="0" cy="687984"/>
          </a:xfrm>
          <a:custGeom>
            <a:rect b="b" l="l" r="r" t="t"/>
            <a:pathLst>
              <a:path extrusionOk="0" h="687984" w="120000">
                <a:moveTo>
                  <a:pt x="0" y="0"/>
                </a:moveTo>
                <a:lnTo>
                  <a:pt x="0" y="687984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g2d5ab6c0ac4_0_667"/>
          <p:cNvSpPr/>
          <p:nvPr/>
        </p:nvSpPr>
        <p:spPr>
          <a:xfrm>
            <a:off x="3833637" y="4156076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g2d5ab6c0ac4_0_667"/>
          <p:cNvSpPr/>
          <p:nvPr/>
        </p:nvSpPr>
        <p:spPr>
          <a:xfrm>
            <a:off x="3839987" y="3845053"/>
            <a:ext cx="0" cy="687984"/>
          </a:xfrm>
          <a:custGeom>
            <a:rect b="b" l="l" r="r" t="t"/>
            <a:pathLst>
              <a:path extrusionOk="0" h="687984" w="120000">
                <a:moveTo>
                  <a:pt x="0" y="0"/>
                </a:moveTo>
                <a:lnTo>
                  <a:pt x="0" y="687984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g2d5ab6c0ac4_0_667"/>
          <p:cNvSpPr/>
          <p:nvPr/>
        </p:nvSpPr>
        <p:spPr>
          <a:xfrm>
            <a:off x="7246762" y="3845053"/>
            <a:ext cx="0" cy="687984"/>
          </a:xfrm>
          <a:custGeom>
            <a:rect b="b" l="l" r="r" t="t"/>
            <a:pathLst>
              <a:path extrusionOk="0" h="687984" w="120000">
                <a:moveTo>
                  <a:pt x="0" y="0"/>
                </a:moveTo>
                <a:lnTo>
                  <a:pt x="0" y="687984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g2d5ab6c0ac4_0_667"/>
          <p:cNvSpPr/>
          <p:nvPr/>
        </p:nvSpPr>
        <p:spPr>
          <a:xfrm>
            <a:off x="3833637" y="4526700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2d5ab6c0ac4_0_667"/>
          <p:cNvSpPr/>
          <p:nvPr/>
        </p:nvSpPr>
        <p:spPr>
          <a:xfrm>
            <a:off x="3988196" y="3905646"/>
            <a:ext cx="19245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2d5ab6c0ac4_0_667"/>
          <p:cNvSpPr/>
          <p:nvPr/>
        </p:nvSpPr>
        <p:spPr>
          <a:xfrm>
            <a:off x="5835284" y="3905646"/>
            <a:ext cx="1543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OPERAÇÕES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2d5ab6c0ac4_0_667"/>
          <p:cNvSpPr/>
          <p:nvPr/>
        </p:nvSpPr>
        <p:spPr>
          <a:xfrm>
            <a:off x="3930665" y="4210700"/>
            <a:ext cx="1183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Cilindradas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g2d5ab6c0ac4_0_667"/>
          <p:cNvSpPr/>
          <p:nvPr/>
        </p:nvSpPr>
        <p:spPr>
          <a:xfrm>
            <a:off x="5672851" y="4210700"/>
            <a:ext cx="890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Empinar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g2d5ab6c0ac4_0_667"/>
          <p:cNvSpPr/>
          <p:nvPr/>
        </p:nvSpPr>
        <p:spPr>
          <a:xfrm>
            <a:off x="253609" y="3851060"/>
            <a:ext cx="1740408" cy="304635"/>
          </a:xfrm>
          <a:custGeom>
            <a:rect b="b" l="l" r="r" t="t"/>
            <a:pathLst>
              <a:path extrusionOk="0" h="304635" w="1740408">
                <a:moveTo>
                  <a:pt x="0" y="0"/>
                </a:moveTo>
                <a:lnTo>
                  <a:pt x="1740408" y="0"/>
                </a:lnTo>
                <a:lnTo>
                  <a:pt x="174040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59" name="Google Shape;959;g2d5ab6c0ac4_0_667"/>
          <p:cNvSpPr/>
          <p:nvPr/>
        </p:nvSpPr>
        <p:spPr>
          <a:xfrm>
            <a:off x="1994042" y="3851060"/>
            <a:ext cx="1666367" cy="304635"/>
          </a:xfrm>
          <a:custGeom>
            <a:rect b="b" l="l" r="r" t="t"/>
            <a:pathLst>
              <a:path extrusionOk="0" h="304635" w="1666367">
                <a:moveTo>
                  <a:pt x="0" y="0"/>
                </a:moveTo>
                <a:lnTo>
                  <a:pt x="1666367" y="0"/>
                </a:lnTo>
                <a:lnTo>
                  <a:pt x="1666367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60" name="Google Shape;960;g2d5ab6c0ac4_0_667"/>
          <p:cNvSpPr/>
          <p:nvPr/>
        </p:nvSpPr>
        <p:spPr>
          <a:xfrm>
            <a:off x="253609" y="4155695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61" name="Google Shape;961;g2d5ab6c0ac4_0_667"/>
          <p:cNvSpPr/>
          <p:nvPr/>
        </p:nvSpPr>
        <p:spPr>
          <a:xfrm>
            <a:off x="1994042" y="4155695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62" name="Google Shape;962;g2d5ab6c0ac4_0_667"/>
          <p:cNvSpPr/>
          <p:nvPr/>
        </p:nvSpPr>
        <p:spPr>
          <a:xfrm>
            <a:off x="1994042" y="3844672"/>
            <a:ext cx="0" cy="688010"/>
          </a:xfrm>
          <a:custGeom>
            <a:rect b="b" l="l" r="r" t="t"/>
            <a:pathLst>
              <a:path extrusionOk="0" h="688010" w="120000">
                <a:moveTo>
                  <a:pt x="0" y="0"/>
                </a:moveTo>
                <a:lnTo>
                  <a:pt x="0" y="68801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g2d5ab6c0ac4_0_667"/>
          <p:cNvSpPr/>
          <p:nvPr/>
        </p:nvSpPr>
        <p:spPr>
          <a:xfrm>
            <a:off x="247271" y="4155695"/>
            <a:ext cx="3419488" cy="0"/>
          </a:xfrm>
          <a:custGeom>
            <a:rect b="b" l="l" r="r" t="t"/>
            <a:pathLst>
              <a:path extrusionOk="0" h="120000" w="3419488">
                <a:moveTo>
                  <a:pt x="0" y="0"/>
                </a:moveTo>
                <a:lnTo>
                  <a:pt x="3419488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g2d5ab6c0ac4_0_667"/>
          <p:cNvSpPr/>
          <p:nvPr/>
        </p:nvSpPr>
        <p:spPr>
          <a:xfrm>
            <a:off x="253609" y="3844672"/>
            <a:ext cx="0" cy="688010"/>
          </a:xfrm>
          <a:custGeom>
            <a:rect b="b" l="l" r="r" t="t"/>
            <a:pathLst>
              <a:path extrusionOk="0" h="688010" w="120000">
                <a:moveTo>
                  <a:pt x="0" y="0"/>
                </a:moveTo>
                <a:lnTo>
                  <a:pt x="0" y="68801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g2d5ab6c0ac4_0_667"/>
          <p:cNvSpPr/>
          <p:nvPr/>
        </p:nvSpPr>
        <p:spPr>
          <a:xfrm>
            <a:off x="3660409" y="3844672"/>
            <a:ext cx="0" cy="688010"/>
          </a:xfrm>
          <a:custGeom>
            <a:rect b="b" l="l" r="r" t="t"/>
            <a:pathLst>
              <a:path extrusionOk="0" h="688010" w="120000">
                <a:moveTo>
                  <a:pt x="0" y="0"/>
                </a:moveTo>
                <a:lnTo>
                  <a:pt x="0" y="68801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g2d5ab6c0ac4_0_667"/>
          <p:cNvSpPr/>
          <p:nvPr/>
        </p:nvSpPr>
        <p:spPr>
          <a:xfrm>
            <a:off x="247271" y="4526332"/>
            <a:ext cx="3419488" cy="0"/>
          </a:xfrm>
          <a:custGeom>
            <a:rect b="b" l="l" r="r" t="t"/>
            <a:pathLst>
              <a:path extrusionOk="0" h="120000" w="3419488">
                <a:moveTo>
                  <a:pt x="0" y="0"/>
                </a:moveTo>
                <a:lnTo>
                  <a:pt x="3419488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g2d5ab6c0ac4_0_667"/>
          <p:cNvSpPr/>
          <p:nvPr/>
        </p:nvSpPr>
        <p:spPr>
          <a:xfrm>
            <a:off x="398478" y="3905265"/>
            <a:ext cx="19203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2d5ab6c0ac4_0_667"/>
          <p:cNvSpPr/>
          <p:nvPr/>
        </p:nvSpPr>
        <p:spPr>
          <a:xfrm>
            <a:off x="2245629" y="3905265"/>
            <a:ext cx="15402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OPERAÇÕES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2d5ab6c0ac4_0_667"/>
          <p:cNvSpPr/>
          <p:nvPr/>
        </p:nvSpPr>
        <p:spPr>
          <a:xfrm>
            <a:off x="2082815" y="4210446"/>
            <a:ext cx="1930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Abrir/Fechar Porta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2d5ab6c0ac4_0_667"/>
          <p:cNvSpPr/>
          <p:nvPr/>
        </p:nvSpPr>
        <p:spPr>
          <a:xfrm>
            <a:off x="2024395" y="1724826"/>
            <a:ext cx="1740408" cy="304635"/>
          </a:xfrm>
          <a:custGeom>
            <a:rect b="b" l="l" r="r" t="t"/>
            <a:pathLst>
              <a:path extrusionOk="0" h="304635" w="1740408">
                <a:moveTo>
                  <a:pt x="0" y="0"/>
                </a:moveTo>
                <a:lnTo>
                  <a:pt x="1740408" y="0"/>
                </a:lnTo>
                <a:lnTo>
                  <a:pt x="1740408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71" name="Google Shape;971;g2d5ab6c0ac4_0_667"/>
          <p:cNvSpPr/>
          <p:nvPr/>
        </p:nvSpPr>
        <p:spPr>
          <a:xfrm>
            <a:off x="3764803" y="1724826"/>
            <a:ext cx="1666367" cy="304635"/>
          </a:xfrm>
          <a:custGeom>
            <a:rect b="b" l="l" r="r" t="t"/>
            <a:pathLst>
              <a:path extrusionOk="0" h="304635" w="1666367">
                <a:moveTo>
                  <a:pt x="0" y="0"/>
                </a:moveTo>
                <a:lnTo>
                  <a:pt x="1666367" y="0"/>
                </a:lnTo>
                <a:lnTo>
                  <a:pt x="1666367" y="304635"/>
                </a:lnTo>
                <a:lnTo>
                  <a:pt x="0" y="30463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72" name="Google Shape;972;g2d5ab6c0ac4_0_667"/>
          <p:cNvSpPr/>
          <p:nvPr/>
        </p:nvSpPr>
        <p:spPr>
          <a:xfrm>
            <a:off x="2024395" y="2029410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73" name="Google Shape;973;g2d5ab6c0ac4_0_667"/>
          <p:cNvSpPr/>
          <p:nvPr/>
        </p:nvSpPr>
        <p:spPr>
          <a:xfrm>
            <a:off x="3764803" y="2029410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74" name="Google Shape;974;g2d5ab6c0ac4_0_667"/>
          <p:cNvSpPr/>
          <p:nvPr/>
        </p:nvSpPr>
        <p:spPr>
          <a:xfrm>
            <a:off x="2024395" y="2400123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975" name="Google Shape;975;g2d5ab6c0ac4_0_667"/>
          <p:cNvSpPr/>
          <p:nvPr/>
        </p:nvSpPr>
        <p:spPr>
          <a:xfrm>
            <a:off x="3764803" y="2400123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E7E7E7"/>
          </a:solidFill>
          <a:ln>
            <a:noFill/>
          </a:ln>
        </p:spPr>
      </p:sp>
      <p:sp>
        <p:nvSpPr>
          <p:cNvPr id="976" name="Google Shape;976;g2d5ab6c0ac4_0_667"/>
          <p:cNvSpPr/>
          <p:nvPr/>
        </p:nvSpPr>
        <p:spPr>
          <a:xfrm>
            <a:off x="2024395" y="2770709"/>
            <a:ext cx="1740408" cy="370637"/>
          </a:xfrm>
          <a:custGeom>
            <a:rect b="b" l="l" r="r" t="t"/>
            <a:pathLst>
              <a:path extrusionOk="0" h="370637" w="1740408">
                <a:moveTo>
                  <a:pt x="0" y="0"/>
                </a:moveTo>
                <a:lnTo>
                  <a:pt x="1740408" y="0"/>
                </a:lnTo>
                <a:lnTo>
                  <a:pt x="1740408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77" name="Google Shape;977;g2d5ab6c0ac4_0_667"/>
          <p:cNvSpPr/>
          <p:nvPr/>
        </p:nvSpPr>
        <p:spPr>
          <a:xfrm>
            <a:off x="3764803" y="2770709"/>
            <a:ext cx="1666367" cy="370637"/>
          </a:xfrm>
          <a:custGeom>
            <a:rect b="b" l="l" r="r" t="t"/>
            <a:pathLst>
              <a:path extrusionOk="0" h="370637" w="1666367">
                <a:moveTo>
                  <a:pt x="0" y="0"/>
                </a:moveTo>
                <a:lnTo>
                  <a:pt x="1666367" y="0"/>
                </a:lnTo>
                <a:lnTo>
                  <a:pt x="1666367" y="370637"/>
                </a:lnTo>
                <a:lnTo>
                  <a:pt x="0" y="370637"/>
                </a:lnTo>
                <a:lnTo>
                  <a:pt x="0" y="0"/>
                </a:lnTo>
              </a:path>
            </a:pathLst>
          </a:custGeom>
          <a:solidFill>
            <a:srgbClr val="CBCBCB"/>
          </a:solidFill>
          <a:ln>
            <a:noFill/>
          </a:ln>
        </p:spPr>
      </p:sp>
      <p:sp>
        <p:nvSpPr>
          <p:cNvPr id="978" name="Google Shape;978;g2d5ab6c0ac4_0_667"/>
          <p:cNvSpPr/>
          <p:nvPr/>
        </p:nvSpPr>
        <p:spPr>
          <a:xfrm>
            <a:off x="3764803" y="1718438"/>
            <a:ext cx="0" cy="1429258"/>
          </a:xfrm>
          <a:custGeom>
            <a:rect b="b" l="l" r="r" t="t"/>
            <a:pathLst>
              <a:path extrusionOk="0" h="1429258" w="120000">
                <a:moveTo>
                  <a:pt x="0" y="0"/>
                </a:moveTo>
                <a:lnTo>
                  <a:pt x="0" y="1429258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9" name="Google Shape;979;g2d5ab6c0ac4_0_667"/>
          <p:cNvSpPr/>
          <p:nvPr/>
        </p:nvSpPr>
        <p:spPr>
          <a:xfrm>
            <a:off x="2018045" y="2029461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3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g2d5ab6c0ac4_0_667"/>
          <p:cNvSpPr/>
          <p:nvPr/>
        </p:nvSpPr>
        <p:spPr>
          <a:xfrm>
            <a:off x="2018045" y="2400047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g2d5ab6c0ac4_0_667"/>
          <p:cNvSpPr/>
          <p:nvPr/>
        </p:nvSpPr>
        <p:spPr>
          <a:xfrm>
            <a:off x="2018045" y="2770760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g2d5ab6c0ac4_0_667"/>
          <p:cNvSpPr/>
          <p:nvPr/>
        </p:nvSpPr>
        <p:spPr>
          <a:xfrm>
            <a:off x="2024395" y="1718438"/>
            <a:ext cx="0" cy="1429258"/>
          </a:xfrm>
          <a:custGeom>
            <a:rect b="b" l="l" r="r" t="t"/>
            <a:pathLst>
              <a:path extrusionOk="0" h="1429258" w="120000">
                <a:moveTo>
                  <a:pt x="0" y="0"/>
                </a:moveTo>
                <a:lnTo>
                  <a:pt x="0" y="1429258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g2d5ab6c0ac4_0_667"/>
          <p:cNvSpPr/>
          <p:nvPr/>
        </p:nvSpPr>
        <p:spPr>
          <a:xfrm>
            <a:off x="5431170" y="1718438"/>
            <a:ext cx="0" cy="1429258"/>
          </a:xfrm>
          <a:custGeom>
            <a:rect b="b" l="l" r="r" t="t"/>
            <a:pathLst>
              <a:path extrusionOk="0" h="1429258" w="120000">
                <a:moveTo>
                  <a:pt x="0" y="0"/>
                </a:moveTo>
                <a:lnTo>
                  <a:pt x="0" y="1429258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2d5ab6c0ac4_0_667"/>
          <p:cNvSpPr/>
          <p:nvPr/>
        </p:nvSpPr>
        <p:spPr>
          <a:xfrm>
            <a:off x="2018045" y="3141346"/>
            <a:ext cx="3419475" cy="0"/>
          </a:xfrm>
          <a:custGeom>
            <a:rect b="b" l="l" r="r" t="t"/>
            <a:pathLst>
              <a:path extrusionOk="0" h="120000" w="3419475">
                <a:moveTo>
                  <a:pt x="0" y="0"/>
                </a:moveTo>
                <a:lnTo>
                  <a:pt x="3419475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g2d5ab6c0ac4_0_667"/>
          <p:cNvSpPr/>
          <p:nvPr/>
        </p:nvSpPr>
        <p:spPr>
          <a:xfrm>
            <a:off x="2170826" y="1776397"/>
            <a:ext cx="1924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2d5ab6c0ac4_0_667"/>
          <p:cNvSpPr/>
          <p:nvPr/>
        </p:nvSpPr>
        <p:spPr>
          <a:xfrm>
            <a:off x="4017914" y="1776397"/>
            <a:ext cx="154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OPERAÇÕES</a:t>
            </a:r>
            <a:endParaRPr b="1" i="0" sz="14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2d5ab6c0ac4_0_667"/>
          <p:cNvSpPr/>
          <p:nvPr/>
        </p:nvSpPr>
        <p:spPr>
          <a:xfrm>
            <a:off x="2113295" y="2081037"/>
            <a:ext cx="792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g2d5ab6c0ac4_0_667"/>
          <p:cNvSpPr/>
          <p:nvPr/>
        </p:nvSpPr>
        <p:spPr>
          <a:xfrm>
            <a:off x="3855354" y="2081037"/>
            <a:ext cx="1484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Ligar/Desligar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2d5ab6c0ac4_0_667"/>
          <p:cNvSpPr/>
          <p:nvPr/>
        </p:nvSpPr>
        <p:spPr>
          <a:xfrm>
            <a:off x="2113295" y="2452131"/>
            <a:ext cx="3966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g2d5ab6c0ac4_0_667"/>
          <p:cNvSpPr/>
          <p:nvPr/>
        </p:nvSpPr>
        <p:spPr>
          <a:xfrm>
            <a:off x="2113295" y="2823352"/>
            <a:ext cx="425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g2d5ab6c0ac4_0_667"/>
          <p:cNvSpPr/>
          <p:nvPr/>
        </p:nvSpPr>
        <p:spPr>
          <a:xfrm>
            <a:off x="1968007" y="3154300"/>
            <a:ext cx="976122" cy="660654"/>
          </a:xfrm>
          <a:custGeom>
            <a:rect b="b" l="l" r="r" t="t"/>
            <a:pathLst>
              <a:path extrusionOk="0" h="660654" w="976122">
                <a:moveTo>
                  <a:pt x="976122" y="0"/>
                </a:moveTo>
                <a:lnTo>
                  <a:pt x="934339" y="74168"/>
                </a:lnTo>
                <a:lnTo>
                  <a:pt x="915695" y="46590"/>
                </a:lnTo>
                <a:lnTo>
                  <a:pt x="5334" y="660654"/>
                </a:lnTo>
                <a:lnTo>
                  <a:pt x="0" y="652780"/>
                </a:lnTo>
                <a:lnTo>
                  <a:pt x="910368" y="38712"/>
                </a:lnTo>
                <a:lnTo>
                  <a:pt x="891667" y="11049"/>
                </a:lnTo>
                <a:lnTo>
                  <a:pt x="97612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92" name="Google Shape;992;g2d5ab6c0ac4_0_667"/>
          <p:cNvSpPr/>
          <p:nvPr/>
        </p:nvSpPr>
        <p:spPr>
          <a:xfrm>
            <a:off x="4656724" y="3144775"/>
            <a:ext cx="970915" cy="712470"/>
          </a:xfrm>
          <a:custGeom>
            <a:rect b="b" l="l" r="r" t="t"/>
            <a:pathLst>
              <a:path extrusionOk="0" h="712470" w="970915">
                <a:moveTo>
                  <a:pt x="0" y="0"/>
                </a:moveTo>
                <a:lnTo>
                  <a:pt x="84074" y="14351"/>
                </a:lnTo>
                <a:lnTo>
                  <a:pt x="64391" y="41186"/>
                </a:lnTo>
                <a:lnTo>
                  <a:pt x="970915" y="704723"/>
                </a:lnTo>
                <a:lnTo>
                  <a:pt x="965200" y="712470"/>
                </a:lnTo>
                <a:lnTo>
                  <a:pt x="58741" y="48889"/>
                </a:lnTo>
                <a:lnTo>
                  <a:pt x="38989" y="758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93" name="Google Shape;993;g2d5ab6c0ac4_0_667"/>
          <p:cNvSpPr/>
          <p:nvPr/>
        </p:nvSpPr>
        <p:spPr>
          <a:xfrm>
            <a:off x="2093991" y="1494551"/>
            <a:ext cx="1141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Automóvel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2d5ab6c0ac4_0_667"/>
          <p:cNvSpPr/>
          <p:nvPr/>
        </p:nvSpPr>
        <p:spPr>
          <a:xfrm>
            <a:off x="292433" y="3630056"/>
            <a:ext cx="5916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2d5ab6c0ac4_0_667"/>
          <p:cNvSpPr/>
          <p:nvPr/>
        </p:nvSpPr>
        <p:spPr>
          <a:xfrm>
            <a:off x="3887739" y="3630056"/>
            <a:ext cx="527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001" name="Google Shape;1001;g2d5ab6c0ac4_0_7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g2d5ab6c0ac4_0_754"/>
          <p:cNvSpPr/>
          <p:nvPr/>
        </p:nvSpPr>
        <p:spPr>
          <a:xfrm>
            <a:off x="744538" y="312529"/>
            <a:ext cx="1674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HERANÇA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g2d5ab6c0ac4_0_754"/>
          <p:cNvSpPr/>
          <p:nvPr/>
        </p:nvSpPr>
        <p:spPr>
          <a:xfrm>
            <a:off x="4694238" y="1231853"/>
            <a:ext cx="7677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Dessa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g2d5ab6c0ac4_0_754"/>
          <p:cNvSpPr/>
          <p:nvPr/>
        </p:nvSpPr>
        <p:spPr>
          <a:xfrm>
            <a:off x="5323523" y="1231853"/>
            <a:ext cx="744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2d5ab6c0ac4_0_754"/>
          <p:cNvSpPr/>
          <p:nvPr/>
        </p:nvSpPr>
        <p:spPr>
          <a:xfrm>
            <a:off x="5962333" y="1231853"/>
            <a:ext cx="95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teremos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g2d5ab6c0ac4_0_754"/>
          <p:cNvSpPr/>
          <p:nvPr/>
        </p:nvSpPr>
        <p:spPr>
          <a:xfrm>
            <a:off x="6753544" y="1231853"/>
            <a:ext cx="285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g2d5ab6c0ac4_0_754"/>
          <p:cNvSpPr/>
          <p:nvPr/>
        </p:nvSpPr>
        <p:spPr>
          <a:xfrm>
            <a:off x="7030022" y="1231853"/>
            <a:ext cx="1132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seguintes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2d5ab6c0ac4_0_754"/>
          <p:cNvSpPr/>
          <p:nvPr/>
        </p:nvSpPr>
        <p:spPr>
          <a:xfrm>
            <a:off x="7954963" y="1231853"/>
            <a:ext cx="904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2d5ab6c0ac4_0_754"/>
          <p:cNvSpPr/>
          <p:nvPr/>
        </p:nvSpPr>
        <p:spPr>
          <a:xfrm>
            <a:off x="8641398" y="1231853"/>
            <a:ext cx="73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0" name="Google Shape;1010;g2d5ab6c0ac4_0_7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988" y="1063626"/>
            <a:ext cx="3057525" cy="390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g2d5ab6c0ac4_0_754"/>
          <p:cNvSpPr/>
          <p:nvPr/>
        </p:nvSpPr>
        <p:spPr>
          <a:xfrm>
            <a:off x="153988" y="1063626"/>
            <a:ext cx="3057525" cy="3905250"/>
          </a:xfrm>
          <a:custGeom>
            <a:rect b="b" l="l" r="r" t="t"/>
            <a:pathLst>
              <a:path extrusionOk="0" h="3905250" w="3057525">
                <a:moveTo>
                  <a:pt x="0" y="3905250"/>
                </a:moveTo>
                <a:lnTo>
                  <a:pt x="3057525" y="3905250"/>
                </a:lnTo>
                <a:lnTo>
                  <a:pt x="305752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012" name="Google Shape;1012;g2d5ab6c0ac4_0_7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8163" y="2054226"/>
            <a:ext cx="2914649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g2d5ab6c0ac4_0_754"/>
          <p:cNvSpPr/>
          <p:nvPr/>
        </p:nvSpPr>
        <p:spPr>
          <a:xfrm>
            <a:off x="6888163" y="2054226"/>
            <a:ext cx="2914650" cy="1924050"/>
          </a:xfrm>
          <a:custGeom>
            <a:rect b="b" l="l" r="r" t="t"/>
            <a:pathLst>
              <a:path extrusionOk="0" h="1924050" w="2914650">
                <a:moveTo>
                  <a:pt x="0" y="1924050"/>
                </a:moveTo>
                <a:lnTo>
                  <a:pt x="2914650" y="1924050"/>
                </a:lnTo>
                <a:lnTo>
                  <a:pt x="29146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014" name="Google Shape;1014;g2d5ab6c0ac4_0_7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78213" y="2187576"/>
            <a:ext cx="3162299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g2d5ab6c0ac4_0_754"/>
          <p:cNvSpPr/>
          <p:nvPr/>
        </p:nvSpPr>
        <p:spPr>
          <a:xfrm>
            <a:off x="3478213" y="2187576"/>
            <a:ext cx="3162300" cy="1666875"/>
          </a:xfrm>
          <a:custGeom>
            <a:rect b="b" l="l" r="r" t="t"/>
            <a:pathLst>
              <a:path extrusionOk="0" h="1666875" w="3162300">
                <a:moveTo>
                  <a:pt x="0" y="1666875"/>
                </a:moveTo>
                <a:lnTo>
                  <a:pt x="3162300" y="1666875"/>
                </a:lnTo>
                <a:lnTo>
                  <a:pt x="31623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021" name="Google Shape;1021;g2d5ab6c0ac4_0_8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g2d5ab6c0ac4_0_849"/>
          <p:cNvSpPr/>
          <p:nvPr/>
        </p:nvSpPr>
        <p:spPr>
          <a:xfrm>
            <a:off x="735225" y="308070"/>
            <a:ext cx="2776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ASSOCIAÇÃO 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g2d5ab6c0ac4_0_849"/>
          <p:cNvSpPr/>
          <p:nvPr/>
        </p:nvSpPr>
        <p:spPr>
          <a:xfrm>
            <a:off x="2833011" y="308070"/>
            <a:ext cx="13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2d5ab6c0ac4_0_849"/>
          <p:cNvSpPr/>
          <p:nvPr/>
        </p:nvSpPr>
        <p:spPr>
          <a:xfrm>
            <a:off x="3023384" y="308070"/>
            <a:ext cx="7260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RELACIONAMENTO ENTRE CLASSES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5" name="Google Shape;1025;g2d5ab6c0ac4_0_8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250" y="1073151"/>
            <a:ext cx="3038475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g2d5ab6c0ac4_0_849"/>
          <p:cNvSpPr/>
          <p:nvPr/>
        </p:nvSpPr>
        <p:spPr>
          <a:xfrm>
            <a:off x="554250" y="1073151"/>
            <a:ext cx="3038475" cy="3914775"/>
          </a:xfrm>
          <a:custGeom>
            <a:rect b="b" l="l" r="r" t="t"/>
            <a:pathLst>
              <a:path extrusionOk="0" h="3914775" w="3038475">
                <a:moveTo>
                  <a:pt x="0" y="3914775"/>
                </a:moveTo>
                <a:lnTo>
                  <a:pt x="3038475" y="3914775"/>
                </a:lnTo>
                <a:lnTo>
                  <a:pt x="303847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027" name="Google Shape;1027;g2d5ab6c0ac4_0_8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3700" y="1073151"/>
            <a:ext cx="2886075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g2d5ab6c0ac4_0_849"/>
          <p:cNvSpPr/>
          <p:nvPr/>
        </p:nvSpPr>
        <p:spPr>
          <a:xfrm>
            <a:off x="3773700" y="1073151"/>
            <a:ext cx="2886075" cy="3914775"/>
          </a:xfrm>
          <a:custGeom>
            <a:rect b="b" l="l" r="r" t="t"/>
            <a:pathLst>
              <a:path extrusionOk="0" h="3914775" w="2886075">
                <a:moveTo>
                  <a:pt x="0" y="3914775"/>
                </a:moveTo>
                <a:lnTo>
                  <a:pt x="2886075" y="3914775"/>
                </a:lnTo>
                <a:lnTo>
                  <a:pt x="288607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g2d5ab6c0ac4_0_849"/>
          <p:cNvSpPr/>
          <p:nvPr/>
        </p:nvSpPr>
        <p:spPr>
          <a:xfrm>
            <a:off x="6809000" y="1159559"/>
            <a:ext cx="35847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relacionamento entre classes é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g2d5ab6c0ac4_0_849"/>
          <p:cNvSpPr/>
          <p:nvPr/>
        </p:nvSpPr>
        <p:spPr>
          <a:xfrm>
            <a:off x="6809000" y="1379015"/>
            <a:ext cx="3471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realizado através da associação: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2d5ab6c0ac4_0_849"/>
          <p:cNvSpPr/>
          <p:nvPr/>
        </p:nvSpPr>
        <p:spPr>
          <a:xfrm>
            <a:off x="6809000" y="1798081"/>
            <a:ext cx="36225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automóvel, seja ele carro ou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2d5ab6c0ac4_0_849"/>
          <p:cNvSpPr/>
          <p:nvPr/>
        </p:nvSpPr>
        <p:spPr>
          <a:xfrm>
            <a:off x="6809000" y="2017537"/>
            <a:ext cx="2648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moto, possui uma marca.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2d5ab6c0ac4_0_849"/>
          <p:cNvSpPr/>
          <p:nvPr/>
        </p:nvSpPr>
        <p:spPr>
          <a:xfrm>
            <a:off x="6809000" y="2446670"/>
            <a:ext cx="2585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classe Marca é criada.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2d5ab6c0ac4_0_849"/>
          <p:cNvSpPr/>
          <p:nvPr/>
        </p:nvSpPr>
        <p:spPr>
          <a:xfrm>
            <a:off x="6809000" y="2866405"/>
            <a:ext cx="3622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Feito isso, é criado um atributo de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2d5ab6c0ac4_0_849"/>
          <p:cNvSpPr/>
          <p:nvPr/>
        </p:nvSpPr>
        <p:spPr>
          <a:xfrm>
            <a:off x="6809000" y="3085861"/>
            <a:ext cx="3306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Marca na classe de Automóvel.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2d5ab6c0ac4_0_849"/>
          <p:cNvSpPr/>
          <p:nvPr/>
        </p:nvSpPr>
        <p:spPr>
          <a:xfrm>
            <a:off x="6809000" y="3515121"/>
            <a:ext cx="3799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atributo é documentado com o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g2d5ab6c0ac4_0_849"/>
          <p:cNvSpPr/>
          <p:nvPr/>
        </p:nvSpPr>
        <p:spPr>
          <a:xfrm>
            <a:off x="6809000" y="3724925"/>
            <a:ext cx="6243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@var.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2d5ab6c0ac4_0_849"/>
          <p:cNvSpPr/>
          <p:nvPr/>
        </p:nvSpPr>
        <p:spPr>
          <a:xfrm>
            <a:off x="6809000" y="4154300"/>
            <a:ext cx="30936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gerado um set e um </a:t>
            </a:r>
            <a:r>
              <a:rPr lang="pt-BR" sz="1450">
                <a:solidFill>
                  <a:schemeClr val="dk1"/>
                </a:solidFill>
              </a:rPr>
              <a:t>get para este 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50"/>
          </a:p>
        </p:txBody>
      </p:sp>
      <p:sp>
        <p:nvSpPr>
          <p:cNvPr id="1039" name="Google Shape;1039;g2d5ab6c0ac4_0_849"/>
          <p:cNvSpPr/>
          <p:nvPr/>
        </p:nvSpPr>
        <p:spPr>
          <a:xfrm>
            <a:off x="6809000" y="4364116"/>
            <a:ext cx="851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g2d5ab6c0ac4_0_849"/>
          <p:cNvSpPr/>
          <p:nvPr/>
        </p:nvSpPr>
        <p:spPr>
          <a:xfrm>
            <a:off x="6809000" y="4793376"/>
            <a:ext cx="3698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Pronto. Relacionamento concluído.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046" name="Google Shape;1046;g2d5ab6c0ac4_0_8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g2d5ab6c0ac4_0_871"/>
          <p:cNvSpPr/>
          <p:nvPr/>
        </p:nvSpPr>
        <p:spPr>
          <a:xfrm>
            <a:off x="735225" y="308070"/>
            <a:ext cx="2776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ASSOCIAÇÃO 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g2d5ab6c0ac4_0_871"/>
          <p:cNvSpPr/>
          <p:nvPr/>
        </p:nvSpPr>
        <p:spPr>
          <a:xfrm>
            <a:off x="2833011" y="308070"/>
            <a:ext cx="135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2d5ab6c0ac4_0_871"/>
          <p:cNvSpPr/>
          <p:nvPr/>
        </p:nvSpPr>
        <p:spPr>
          <a:xfrm>
            <a:off x="3023384" y="308070"/>
            <a:ext cx="7716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RESGATANDO DADOS RELACIONADOS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2d5ab6c0ac4_0_871"/>
          <p:cNvSpPr/>
          <p:nvPr/>
        </p:nvSpPr>
        <p:spPr>
          <a:xfrm>
            <a:off x="747608" y="1655206"/>
            <a:ext cx="4113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relacionar objetos, devemos criar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2d5ab6c0ac4_0_871"/>
          <p:cNvSpPr/>
          <p:nvPr/>
        </p:nvSpPr>
        <p:spPr>
          <a:xfrm>
            <a:off x="642833" y="1874662"/>
            <a:ext cx="4181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individualmente um Carro e uma Marca.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g2d5ab6c0ac4_0_871"/>
          <p:cNvSpPr/>
          <p:nvPr/>
        </p:nvSpPr>
        <p:spPr>
          <a:xfrm>
            <a:off x="271040" y="2294397"/>
            <a:ext cx="36072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atribuídos dados através dos </a:t>
            </a:r>
            <a:r>
              <a:rPr lang="pt-BR" sz="1450">
                <a:solidFill>
                  <a:schemeClr val="dk1"/>
                </a:solidFill>
              </a:rPr>
              <a:t>setters a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50"/>
          </a:p>
        </p:txBody>
      </p:sp>
      <p:sp>
        <p:nvSpPr>
          <p:cNvPr id="1053" name="Google Shape;1053;g2d5ab6c0ac4_0_871"/>
          <p:cNvSpPr/>
          <p:nvPr/>
        </p:nvSpPr>
        <p:spPr>
          <a:xfrm>
            <a:off x="2320820" y="2513726"/>
            <a:ext cx="1951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ambos os objetos.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2d5ab6c0ac4_0_871"/>
          <p:cNvSpPr/>
          <p:nvPr/>
        </p:nvSpPr>
        <p:spPr>
          <a:xfrm>
            <a:off x="290090" y="2942986"/>
            <a:ext cx="47115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fim, o relacionamento é dado através do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2d5ab6c0ac4_0_871"/>
          <p:cNvSpPr/>
          <p:nvPr/>
        </p:nvSpPr>
        <p:spPr>
          <a:xfrm>
            <a:off x="1520085" y="3152790"/>
            <a:ext cx="134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g2d5ab6c0ac4_0_871"/>
          <p:cNvSpPr/>
          <p:nvPr/>
        </p:nvSpPr>
        <p:spPr>
          <a:xfrm>
            <a:off x="1624860" y="3152790"/>
            <a:ext cx="804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oMarea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g2d5ab6c0ac4_0_871"/>
          <p:cNvSpPr/>
          <p:nvPr/>
        </p:nvSpPr>
        <p:spPr>
          <a:xfrm>
            <a:off x="2225570" y="3152790"/>
            <a:ext cx="80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2d5ab6c0ac4_0_871"/>
          <p:cNvSpPr/>
          <p:nvPr/>
        </p:nvSpPr>
        <p:spPr>
          <a:xfrm>
            <a:off x="2282720" y="3152790"/>
            <a:ext cx="140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2d5ab6c0ac4_0_871"/>
          <p:cNvSpPr/>
          <p:nvPr/>
        </p:nvSpPr>
        <p:spPr>
          <a:xfrm>
            <a:off x="2387495" y="3152790"/>
            <a:ext cx="9825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setMarca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2d5ab6c0ac4_0_871"/>
          <p:cNvSpPr/>
          <p:nvPr/>
        </p:nvSpPr>
        <p:spPr>
          <a:xfrm>
            <a:off x="3121555" y="3152790"/>
            <a:ext cx="80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2d5ab6c0ac4_0_871"/>
          <p:cNvSpPr/>
          <p:nvPr/>
        </p:nvSpPr>
        <p:spPr>
          <a:xfrm>
            <a:off x="3179017" y="3152790"/>
            <a:ext cx="134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2d5ab6c0ac4_0_871"/>
          <p:cNvSpPr/>
          <p:nvPr/>
        </p:nvSpPr>
        <p:spPr>
          <a:xfrm>
            <a:off x="3283734" y="3152790"/>
            <a:ext cx="534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oFiat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2d5ab6c0ac4_0_871"/>
          <p:cNvSpPr/>
          <p:nvPr/>
        </p:nvSpPr>
        <p:spPr>
          <a:xfrm>
            <a:off x="3684165" y="3152790"/>
            <a:ext cx="143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2d5ab6c0ac4_0_871"/>
          <p:cNvSpPr/>
          <p:nvPr/>
        </p:nvSpPr>
        <p:spPr>
          <a:xfrm>
            <a:off x="566633" y="3582050"/>
            <a:ext cx="3382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partir deste momento, o carro </a:t>
            </a:r>
            <a:r>
              <a:rPr lang="pt-BR" sz="1450">
                <a:solidFill>
                  <a:schemeClr val="dk1"/>
                </a:solidFill>
              </a:rPr>
              <a:t>Marea já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50"/>
          </a:p>
        </p:txBody>
      </p:sp>
      <p:sp>
        <p:nvSpPr>
          <p:cNvPr id="1065" name="Google Shape;1065;g2d5ab6c0ac4_0_871"/>
          <p:cNvSpPr/>
          <p:nvPr/>
        </p:nvSpPr>
        <p:spPr>
          <a:xfrm>
            <a:off x="1405404" y="3791981"/>
            <a:ext cx="3175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 relacionado à marca Fiat.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6" name="Google Shape;1066;g2d5ab6c0ac4_0_8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8500" y="1758951"/>
            <a:ext cx="5676900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g2d5ab6c0ac4_0_871"/>
          <p:cNvSpPr/>
          <p:nvPr/>
        </p:nvSpPr>
        <p:spPr>
          <a:xfrm>
            <a:off x="4078500" y="1758951"/>
            <a:ext cx="5676900" cy="2162175"/>
          </a:xfrm>
          <a:custGeom>
            <a:rect b="b" l="l" r="r" t="t"/>
            <a:pathLst>
              <a:path extrusionOk="0" h="2162175" w="5676900">
                <a:moveTo>
                  <a:pt x="0" y="2162175"/>
                </a:moveTo>
                <a:lnTo>
                  <a:pt x="5676900" y="2162175"/>
                </a:lnTo>
                <a:lnTo>
                  <a:pt x="56769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1073" name="Google Shape;10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