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61" r:id="rId4"/>
    <p:sldMasterId id="214748367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670550" cx="10080625"/>
  <p:notesSz cx="7559675" cy="10691800"/>
  <p:embeddedFontLst>
    <p:embeddedFont>
      <p:font typeface="Robo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ih2iEq17vayOftTzujQ593LFKMx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customschemas.google.com/relationships/presentationmetadata" Target="meta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Roboto-regular.fntdata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3.xml"/><Relationship Id="rId19" Type="http://schemas.openxmlformats.org/officeDocument/2006/relationships/font" Target="fonts/Roboto-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Roboto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06487" y="812800"/>
            <a:ext cx="5343525" cy="40068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5650" y="5078412"/>
            <a:ext cx="6046787" cy="48101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 txBox="1"/>
          <p:nvPr>
            <p:ph idx="3" type="hdr"/>
          </p:nvPr>
        </p:nvSpPr>
        <p:spPr>
          <a:xfrm>
            <a:off x="0" y="0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" name="Google Shape;6;n"/>
          <p:cNvSpPr txBox="1"/>
          <p:nvPr>
            <p:ph idx="10" type="dt"/>
          </p:nvPr>
        </p:nvSpPr>
        <p:spPr>
          <a:xfrm>
            <a:off x="4278312" y="0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:notes"/>
          <p:cNvSpPr/>
          <p:nvPr>
            <p:ph idx="2" type="sldImg"/>
          </p:nvPr>
        </p:nvSpPr>
        <p:spPr>
          <a:xfrm>
            <a:off x="217488" y="812800"/>
            <a:ext cx="7121525" cy="40068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5" name="Google Shape;255;p1:notes"/>
          <p:cNvSpPr txBox="1"/>
          <p:nvPr>
            <p:ph idx="1" type="body"/>
          </p:nvPr>
        </p:nvSpPr>
        <p:spPr>
          <a:xfrm>
            <a:off x="755650" y="5078412"/>
            <a:ext cx="6046800" cy="48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6" name="Google Shape;256;p1:notes"/>
          <p:cNvSpPr txBox="1"/>
          <p:nvPr>
            <p:ph idx="12" type="sldNum"/>
          </p:nvPr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pt-BR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2:notes"/>
          <p:cNvSpPr/>
          <p:nvPr>
            <p:ph idx="2" type="sldImg"/>
          </p:nvPr>
        </p:nvSpPr>
        <p:spPr>
          <a:xfrm>
            <a:off x="217488" y="812800"/>
            <a:ext cx="7123112" cy="40084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262" name="Google Shape;262;p2:notes"/>
          <p:cNvSpPr txBox="1"/>
          <p:nvPr>
            <p:ph idx="1" type="body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2d568ec710c_0_21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g2d568ec710c_0_21:notes"/>
          <p:cNvSpPr/>
          <p:nvPr>
            <p:ph idx="2" type="sldImg"/>
          </p:nvPr>
        </p:nvSpPr>
        <p:spPr>
          <a:xfrm>
            <a:off x="217488" y="812800"/>
            <a:ext cx="7123200" cy="4008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288" name="Google Shape;288;g2d568ec710c_0_21:notes"/>
          <p:cNvSpPr txBox="1"/>
          <p:nvPr>
            <p:ph idx="1" type="body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2d568ec710c_0_25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g2d568ec710c_0_25:notes"/>
          <p:cNvSpPr/>
          <p:nvPr>
            <p:ph idx="2" type="sldImg"/>
          </p:nvPr>
        </p:nvSpPr>
        <p:spPr>
          <a:xfrm>
            <a:off x="217488" y="812800"/>
            <a:ext cx="7123200" cy="4008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309" name="Google Shape;309;g2d568ec710c_0_25:notes"/>
          <p:cNvSpPr txBox="1"/>
          <p:nvPr>
            <p:ph idx="1" type="body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2d568ec710c_0_29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g2d568ec710c_0_29:notes"/>
          <p:cNvSpPr/>
          <p:nvPr>
            <p:ph idx="2" type="sldImg"/>
          </p:nvPr>
        </p:nvSpPr>
        <p:spPr>
          <a:xfrm>
            <a:off x="217488" y="812800"/>
            <a:ext cx="7123200" cy="4008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334" name="Google Shape;334;g2d568ec710c_0_29:notes"/>
          <p:cNvSpPr txBox="1"/>
          <p:nvPr>
            <p:ph idx="1" type="body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2d568ec710c_0_33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g2d568ec710c_0_33:notes"/>
          <p:cNvSpPr/>
          <p:nvPr>
            <p:ph idx="2" type="sldImg"/>
          </p:nvPr>
        </p:nvSpPr>
        <p:spPr>
          <a:xfrm>
            <a:off x="217488" y="812800"/>
            <a:ext cx="7123200" cy="4008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345" name="Google Shape;345;g2d568ec710c_0_33:notes"/>
          <p:cNvSpPr txBox="1"/>
          <p:nvPr>
            <p:ph idx="1" type="body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2d568ec710c_0_106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g2d568ec710c_0_106:notes"/>
          <p:cNvSpPr/>
          <p:nvPr>
            <p:ph idx="2" type="sldImg"/>
          </p:nvPr>
        </p:nvSpPr>
        <p:spPr>
          <a:xfrm>
            <a:off x="217488" y="812800"/>
            <a:ext cx="7123200" cy="4008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360" name="Google Shape;360;g2d568ec710c_0_106:notes"/>
          <p:cNvSpPr txBox="1"/>
          <p:nvPr>
            <p:ph idx="1" type="body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2d568ec710c_0_110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g2d568ec710c_0_110:notes"/>
          <p:cNvSpPr/>
          <p:nvPr>
            <p:ph idx="2" type="sldImg"/>
          </p:nvPr>
        </p:nvSpPr>
        <p:spPr>
          <a:xfrm>
            <a:off x="217488" y="812800"/>
            <a:ext cx="7123200" cy="4008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386" name="Google Shape;386;g2d568ec710c_0_110:notes"/>
          <p:cNvSpPr txBox="1"/>
          <p:nvPr>
            <p:ph idx="1" type="body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2d568ec710c_0_114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g2d568ec710c_0_114:notes"/>
          <p:cNvSpPr/>
          <p:nvPr>
            <p:ph idx="2" type="sldImg"/>
          </p:nvPr>
        </p:nvSpPr>
        <p:spPr>
          <a:xfrm>
            <a:off x="217488" y="812800"/>
            <a:ext cx="7123200" cy="4008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406" name="Google Shape;406;g2d568ec710c_0_114:notes"/>
          <p:cNvSpPr txBox="1"/>
          <p:nvPr>
            <p:ph idx="1" type="body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22:notes"/>
          <p:cNvSpPr txBox="1"/>
          <p:nvPr>
            <p:ph idx="1" type="body"/>
          </p:nvPr>
        </p:nvSpPr>
        <p:spPr>
          <a:xfrm>
            <a:off x="755650" y="5078412"/>
            <a:ext cx="6046787" cy="48101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2" name="Google Shape;422;p22:notes"/>
          <p:cNvSpPr/>
          <p:nvPr>
            <p:ph idx="2" type="sldImg"/>
          </p:nvPr>
        </p:nvSpPr>
        <p:spPr>
          <a:xfrm>
            <a:off x="217488" y="812800"/>
            <a:ext cx="7121525" cy="40068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objecto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"/>
          <p:cNvSpPr txBox="1"/>
          <p:nvPr>
            <p:ph type="title"/>
          </p:nvPr>
        </p:nvSpPr>
        <p:spPr>
          <a:xfrm>
            <a:off x="503237" y="225425"/>
            <a:ext cx="90693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" name="Google Shape;17;p24"/>
          <p:cNvSpPr txBox="1"/>
          <p:nvPr>
            <p:ph idx="1" type="body"/>
          </p:nvPr>
        </p:nvSpPr>
        <p:spPr>
          <a:xfrm>
            <a:off x="503237" y="1327150"/>
            <a:ext cx="9069300" cy="3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24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p24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24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squema Personalizado">
  <p:cSld name="Esquema Personalizado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0"/>
          <p:cNvSpPr txBox="1"/>
          <p:nvPr>
            <p:ph type="title"/>
          </p:nvPr>
        </p:nvSpPr>
        <p:spPr>
          <a:xfrm>
            <a:off x="503238" y="225425"/>
            <a:ext cx="90693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" name="Google Shape;23;p40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" name="Google Shape;24;p40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p40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6" name="Google Shape;26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3175"/>
            <a:ext cx="10080626" cy="56583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1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" name="Google Shape;29;p41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" name="Google Shape;30;p41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e texto" type="vertTitleAndTx">
  <p:cSld name="VERTICAL_TITLE_AND_VERTICAL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2"/>
          <p:cNvSpPr txBox="1"/>
          <p:nvPr>
            <p:ph type="title"/>
          </p:nvPr>
        </p:nvSpPr>
        <p:spPr>
          <a:xfrm rot="5400000">
            <a:off x="6244575" y="1286675"/>
            <a:ext cx="4389300" cy="22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" name="Google Shape;33;p42"/>
          <p:cNvSpPr txBox="1"/>
          <p:nvPr>
            <p:ph idx="1" type="body"/>
          </p:nvPr>
        </p:nvSpPr>
        <p:spPr>
          <a:xfrm rot="5400000">
            <a:off x="1633574" y="-904975"/>
            <a:ext cx="4389300" cy="66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" name="Google Shape;34;p42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" name="Google Shape;35;p42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6" name="Google Shape;36;p42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3"/>
          <p:cNvSpPr txBox="1"/>
          <p:nvPr>
            <p:ph type="title"/>
          </p:nvPr>
        </p:nvSpPr>
        <p:spPr>
          <a:xfrm>
            <a:off x="503237" y="225425"/>
            <a:ext cx="90693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" name="Google Shape;39;p43"/>
          <p:cNvSpPr txBox="1"/>
          <p:nvPr>
            <p:ph idx="1" type="body"/>
          </p:nvPr>
        </p:nvSpPr>
        <p:spPr>
          <a:xfrm rot="5400000">
            <a:off x="3394124" y="-1563650"/>
            <a:ext cx="3287700" cy="90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" name="Google Shape;40;p43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1" name="Google Shape;41;p43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2" name="Google Shape;42;p43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4"/>
          <p:cNvSpPr txBox="1"/>
          <p:nvPr>
            <p:ph type="title"/>
          </p:nvPr>
        </p:nvSpPr>
        <p:spPr>
          <a:xfrm>
            <a:off x="1976438" y="3968750"/>
            <a:ext cx="60483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5" name="Google Shape;45;p44"/>
          <p:cNvSpPr/>
          <p:nvPr>
            <p:ph idx="2" type="pic"/>
          </p:nvPr>
        </p:nvSpPr>
        <p:spPr>
          <a:xfrm>
            <a:off x="1976438" y="506413"/>
            <a:ext cx="6048300" cy="3402000"/>
          </a:xfrm>
          <a:prstGeom prst="rect">
            <a:avLst/>
          </a:prstGeom>
          <a:noFill/>
          <a:ln>
            <a:noFill/>
          </a:ln>
        </p:spPr>
      </p:sp>
      <p:sp>
        <p:nvSpPr>
          <p:cNvPr id="46" name="Google Shape;46;p44"/>
          <p:cNvSpPr txBox="1"/>
          <p:nvPr>
            <p:ph idx="1" type="body"/>
          </p:nvPr>
        </p:nvSpPr>
        <p:spPr>
          <a:xfrm>
            <a:off x="1976438" y="4438650"/>
            <a:ext cx="6048300" cy="6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7" name="Google Shape;47;p44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" name="Google Shape;48;p44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9" name="Google Shape;49;p44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5"/>
          <p:cNvSpPr txBox="1"/>
          <p:nvPr>
            <p:ph type="title"/>
          </p:nvPr>
        </p:nvSpPr>
        <p:spPr>
          <a:xfrm>
            <a:off x="504825" y="225425"/>
            <a:ext cx="3316200" cy="96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45"/>
          <p:cNvSpPr txBox="1"/>
          <p:nvPr>
            <p:ph idx="1" type="body"/>
          </p:nvPr>
        </p:nvSpPr>
        <p:spPr>
          <a:xfrm>
            <a:off x="3941763" y="225425"/>
            <a:ext cx="5635500" cy="48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45"/>
          <p:cNvSpPr txBox="1"/>
          <p:nvPr>
            <p:ph idx="2" type="body"/>
          </p:nvPr>
        </p:nvSpPr>
        <p:spPr>
          <a:xfrm>
            <a:off x="504825" y="1185863"/>
            <a:ext cx="3316200" cy="38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45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45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6" name="Google Shape;56;p45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 título" type="titleOnly">
  <p:cSld name="TITLE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6"/>
          <p:cNvSpPr txBox="1"/>
          <p:nvPr>
            <p:ph type="title"/>
          </p:nvPr>
        </p:nvSpPr>
        <p:spPr>
          <a:xfrm>
            <a:off x="503237" y="225425"/>
            <a:ext cx="90693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Google Shape;59;p46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" name="Google Shape;60;p46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" name="Google Shape;61;p46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7"/>
          <p:cNvSpPr txBox="1"/>
          <p:nvPr>
            <p:ph type="title"/>
          </p:nvPr>
        </p:nvSpPr>
        <p:spPr>
          <a:xfrm>
            <a:off x="504825" y="227013"/>
            <a:ext cx="90726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4" name="Google Shape;64;p47"/>
          <p:cNvSpPr txBox="1"/>
          <p:nvPr>
            <p:ph idx="1" type="body"/>
          </p:nvPr>
        </p:nvSpPr>
        <p:spPr>
          <a:xfrm>
            <a:off x="504825" y="1270000"/>
            <a:ext cx="44529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5" name="Google Shape;65;p47"/>
          <p:cNvSpPr txBox="1"/>
          <p:nvPr>
            <p:ph idx="2" type="body"/>
          </p:nvPr>
        </p:nvSpPr>
        <p:spPr>
          <a:xfrm>
            <a:off x="504825" y="1798638"/>
            <a:ext cx="4452900" cy="3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6" name="Google Shape;66;p47"/>
          <p:cNvSpPr txBox="1"/>
          <p:nvPr>
            <p:ph idx="3" type="body"/>
          </p:nvPr>
        </p:nvSpPr>
        <p:spPr>
          <a:xfrm>
            <a:off x="5121275" y="1270000"/>
            <a:ext cx="44562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7" name="Google Shape;67;p47"/>
          <p:cNvSpPr txBox="1"/>
          <p:nvPr>
            <p:ph idx="4" type="body"/>
          </p:nvPr>
        </p:nvSpPr>
        <p:spPr>
          <a:xfrm>
            <a:off x="5121275" y="1798638"/>
            <a:ext cx="4456200" cy="3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8" name="Google Shape;68;p47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9" name="Google Shape;69;p47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0" name="Google Shape;70;p47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Duplo" type="twoObj">
  <p:cSld name="TWO_OBJECTS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8"/>
          <p:cNvSpPr txBox="1"/>
          <p:nvPr>
            <p:ph type="title"/>
          </p:nvPr>
        </p:nvSpPr>
        <p:spPr>
          <a:xfrm>
            <a:off x="503237" y="225425"/>
            <a:ext cx="90693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3" name="Google Shape;73;p48"/>
          <p:cNvSpPr txBox="1"/>
          <p:nvPr>
            <p:ph idx="1" type="body"/>
          </p:nvPr>
        </p:nvSpPr>
        <p:spPr>
          <a:xfrm>
            <a:off x="503238" y="1327150"/>
            <a:ext cx="4457700" cy="3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4" name="Google Shape;74;p48"/>
          <p:cNvSpPr txBox="1"/>
          <p:nvPr>
            <p:ph idx="2" type="body"/>
          </p:nvPr>
        </p:nvSpPr>
        <p:spPr>
          <a:xfrm>
            <a:off x="5113338" y="1327150"/>
            <a:ext cx="4459200" cy="3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5" name="Google Shape;75;p48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6" name="Google Shape;76;p48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7" name="Google Shape;77;p48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cção" type="secHead">
  <p:cSld name="SECTION_HEADER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9"/>
          <p:cNvSpPr txBox="1"/>
          <p:nvPr>
            <p:ph type="title"/>
          </p:nvPr>
        </p:nvSpPr>
        <p:spPr>
          <a:xfrm>
            <a:off x="796925" y="3643313"/>
            <a:ext cx="8567700" cy="11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0" name="Google Shape;80;p49"/>
          <p:cNvSpPr txBox="1"/>
          <p:nvPr>
            <p:ph idx="1" type="body"/>
          </p:nvPr>
        </p:nvSpPr>
        <p:spPr>
          <a:xfrm>
            <a:off x="796925" y="2403475"/>
            <a:ext cx="8567700" cy="12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1" name="Google Shape;81;p49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2" name="Google Shape;82;p49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3" name="Google Shape;83;p49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o de título" type="title">
  <p:cSld name="TITLE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0"/>
          <p:cNvSpPr txBox="1"/>
          <p:nvPr>
            <p:ph type="ctrTitle"/>
          </p:nvPr>
        </p:nvSpPr>
        <p:spPr>
          <a:xfrm>
            <a:off x="755650" y="1762125"/>
            <a:ext cx="8569200" cy="12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6" name="Google Shape;86;p50"/>
          <p:cNvSpPr txBox="1"/>
          <p:nvPr>
            <p:ph idx="1" type="subTitle"/>
          </p:nvPr>
        </p:nvSpPr>
        <p:spPr>
          <a:xfrm>
            <a:off x="1512888" y="3213100"/>
            <a:ext cx="7056300" cy="14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7" name="Google Shape;87;p50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8" name="Google Shape;88;p50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9" name="Google Shape;89;p50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objecto" type="obj">
  <p:cSld name="OBJEC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6"/>
          <p:cNvSpPr txBox="1"/>
          <p:nvPr>
            <p:ph type="title"/>
          </p:nvPr>
        </p:nvSpPr>
        <p:spPr>
          <a:xfrm>
            <a:off x="503237" y="225425"/>
            <a:ext cx="90693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8" name="Google Shape;98;p26"/>
          <p:cNvSpPr txBox="1"/>
          <p:nvPr>
            <p:ph idx="1" type="body"/>
          </p:nvPr>
        </p:nvSpPr>
        <p:spPr>
          <a:xfrm>
            <a:off x="503237" y="1327150"/>
            <a:ext cx="9069300" cy="3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9" name="Google Shape;99;p26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0" name="Google Shape;100;p26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1" name="Google Shape;101;p26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squema Personalizado">
  <p:cSld name="Esquema Personalizado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1"/>
          <p:cNvSpPr txBox="1"/>
          <p:nvPr>
            <p:ph type="title"/>
          </p:nvPr>
        </p:nvSpPr>
        <p:spPr>
          <a:xfrm>
            <a:off x="503238" y="225425"/>
            <a:ext cx="90693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4" name="Google Shape;104;p51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5" name="Google Shape;105;p51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6" name="Google Shape;106;p51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07" name="Google Shape;107;p5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3175"/>
            <a:ext cx="9981775" cy="56583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e texto" type="vertTitleAndTx">
  <p:cSld name="VERTICAL_TITLE_AND_VERTICAL_TEXT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2"/>
          <p:cNvSpPr txBox="1"/>
          <p:nvPr>
            <p:ph type="title"/>
          </p:nvPr>
        </p:nvSpPr>
        <p:spPr>
          <a:xfrm rot="5400000">
            <a:off x="6244575" y="1286675"/>
            <a:ext cx="4389300" cy="22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0" name="Google Shape;110;p52"/>
          <p:cNvSpPr txBox="1"/>
          <p:nvPr>
            <p:ph idx="1" type="body"/>
          </p:nvPr>
        </p:nvSpPr>
        <p:spPr>
          <a:xfrm rot="5400000">
            <a:off x="1633574" y="-904975"/>
            <a:ext cx="4389300" cy="66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1" name="Google Shape;111;p52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2" name="Google Shape;112;p52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3" name="Google Shape;113;p52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3"/>
          <p:cNvSpPr txBox="1"/>
          <p:nvPr>
            <p:ph type="title"/>
          </p:nvPr>
        </p:nvSpPr>
        <p:spPr>
          <a:xfrm>
            <a:off x="503237" y="225425"/>
            <a:ext cx="90693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6" name="Google Shape;116;p53"/>
          <p:cNvSpPr txBox="1"/>
          <p:nvPr>
            <p:ph idx="1" type="body"/>
          </p:nvPr>
        </p:nvSpPr>
        <p:spPr>
          <a:xfrm rot="5400000">
            <a:off x="3394124" y="-1563650"/>
            <a:ext cx="3287700" cy="90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7" name="Google Shape;117;p53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8" name="Google Shape;118;p53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9" name="Google Shape;119;p53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4"/>
          <p:cNvSpPr txBox="1"/>
          <p:nvPr>
            <p:ph type="title"/>
          </p:nvPr>
        </p:nvSpPr>
        <p:spPr>
          <a:xfrm>
            <a:off x="1976438" y="3968750"/>
            <a:ext cx="60483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2" name="Google Shape;122;p54"/>
          <p:cNvSpPr/>
          <p:nvPr>
            <p:ph idx="2" type="pic"/>
          </p:nvPr>
        </p:nvSpPr>
        <p:spPr>
          <a:xfrm>
            <a:off x="1976438" y="506413"/>
            <a:ext cx="6048300" cy="3402000"/>
          </a:xfrm>
          <a:prstGeom prst="rect">
            <a:avLst/>
          </a:prstGeom>
          <a:noFill/>
          <a:ln>
            <a:noFill/>
          </a:ln>
        </p:spPr>
      </p:sp>
      <p:sp>
        <p:nvSpPr>
          <p:cNvPr id="123" name="Google Shape;123;p54"/>
          <p:cNvSpPr txBox="1"/>
          <p:nvPr>
            <p:ph idx="1" type="body"/>
          </p:nvPr>
        </p:nvSpPr>
        <p:spPr>
          <a:xfrm>
            <a:off x="1976438" y="4438650"/>
            <a:ext cx="6048300" cy="6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4" name="Google Shape;124;p54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5" name="Google Shape;125;p54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6" name="Google Shape;126;p54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5"/>
          <p:cNvSpPr txBox="1"/>
          <p:nvPr>
            <p:ph type="title"/>
          </p:nvPr>
        </p:nvSpPr>
        <p:spPr>
          <a:xfrm>
            <a:off x="504825" y="225425"/>
            <a:ext cx="3316200" cy="96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9" name="Google Shape;129;p55"/>
          <p:cNvSpPr txBox="1"/>
          <p:nvPr>
            <p:ph idx="1" type="body"/>
          </p:nvPr>
        </p:nvSpPr>
        <p:spPr>
          <a:xfrm>
            <a:off x="3941763" y="225425"/>
            <a:ext cx="5635500" cy="48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0" name="Google Shape;130;p55"/>
          <p:cNvSpPr txBox="1"/>
          <p:nvPr>
            <p:ph idx="2" type="body"/>
          </p:nvPr>
        </p:nvSpPr>
        <p:spPr>
          <a:xfrm>
            <a:off x="504825" y="1185863"/>
            <a:ext cx="3316200" cy="38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1" name="Google Shape;131;p55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2" name="Google Shape;132;p55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3" name="Google Shape;133;p55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6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6" name="Google Shape;136;p56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7" name="Google Shape;137;p56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 título" type="titleOnly">
  <p:cSld name="TITLE_ONLY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7"/>
          <p:cNvSpPr txBox="1"/>
          <p:nvPr>
            <p:ph type="title"/>
          </p:nvPr>
        </p:nvSpPr>
        <p:spPr>
          <a:xfrm>
            <a:off x="503237" y="225425"/>
            <a:ext cx="90693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0" name="Google Shape;140;p57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1" name="Google Shape;141;p57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2" name="Google Shape;142;p57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8"/>
          <p:cNvSpPr txBox="1"/>
          <p:nvPr>
            <p:ph type="title"/>
          </p:nvPr>
        </p:nvSpPr>
        <p:spPr>
          <a:xfrm>
            <a:off x="504825" y="227013"/>
            <a:ext cx="90726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5" name="Google Shape;145;p58"/>
          <p:cNvSpPr txBox="1"/>
          <p:nvPr>
            <p:ph idx="1" type="body"/>
          </p:nvPr>
        </p:nvSpPr>
        <p:spPr>
          <a:xfrm>
            <a:off x="504825" y="1270000"/>
            <a:ext cx="44529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6" name="Google Shape;146;p58"/>
          <p:cNvSpPr txBox="1"/>
          <p:nvPr>
            <p:ph idx="2" type="body"/>
          </p:nvPr>
        </p:nvSpPr>
        <p:spPr>
          <a:xfrm>
            <a:off x="504825" y="1798638"/>
            <a:ext cx="4452900" cy="3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7" name="Google Shape;147;p58"/>
          <p:cNvSpPr txBox="1"/>
          <p:nvPr>
            <p:ph idx="3" type="body"/>
          </p:nvPr>
        </p:nvSpPr>
        <p:spPr>
          <a:xfrm>
            <a:off x="5121275" y="1270000"/>
            <a:ext cx="44562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8" name="Google Shape;148;p58"/>
          <p:cNvSpPr txBox="1"/>
          <p:nvPr>
            <p:ph idx="4" type="body"/>
          </p:nvPr>
        </p:nvSpPr>
        <p:spPr>
          <a:xfrm>
            <a:off x="5121275" y="1798638"/>
            <a:ext cx="4456200" cy="3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9" name="Google Shape;149;p58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0" name="Google Shape;150;p58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1" name="Google Shape;151;p58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Duplo" type="twoObj">
  <p:cSld name="TWO_OBJECTS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9"/>
          <p:cNvSpPr txBox="1"/>
          <p:nvPr>
            <p:ph type="title"/>
          </p:nvPr>
        </p:nvSpPr>
        <p:spPr>
          <a:xfrm>
            <a:off x="503237" y="225425"/>
            <a:ext cx="90693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4" name="Google Shape;154;p59"/>
          <p:cNvSpPr txBox="1"/>
          <p:nvPr>
            <p:ph idx="1" type="body"/>
          </p:nvPr>
        </p:nvSpPr>
        <p:spPr>
          <a:xfrm>
            <a:off x="503238" y="1327150"/>
            <a:ext cx="4457700" cy="3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5" name="Google Shape;155;p59"/>
          <p:cNvSpPr txBox="1"/>
          <p:nvPr>
            <p:ph idx="2" type="body"/>
          </p:nvPr>
        </p:nvSpPr>
        <p:spPr>
          <a:xfrm>
            <a:off x="5113338" y="1327150"/>
            <a:ext cx="4459200" cy="3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6" name="Google Shape;156;p59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7" name="Google Shape;157;p59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8" name="Google Shape;158;p59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cção" type="secHead">
  <p:cSld name="SECTION_HEADER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0"/>
          <p:cNvSpPr txBox="1"/>
          <p:nvPr>
            <p:ph type="title"/>
          </p:nvPr>
        </p:nvSpPr>
        <p:spPr>
          <a:xfrm>
            <a:off x="796925" y="3643313"/>
            <a:ext cx="8567700" cy="11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1" name="Google Shape;161;p60"/>
          <p:cNvSpPr txBox="1"/>
          <p:nvPr>
            <p:ph idx="1" type="body"/>
          </p:nvPr>
        </p:nvSpPr>
        <p:spPr>
          <a:xfrm>
            <a:off x="796925" y="2403475"/>
            <a:ext cx="8567700" cy="12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2" name="Google Shape;162;p60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3" name="Google Shape;163;p60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4" name="Google Shape;164;p60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o de título" type="title">
  <p:cSld name="TITLE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1"/>
          <p:cNvSpPr txBox="1"/>
          <p:nvPr>
            <p:ph type="ctrTitle"/>
          </p:nvPr>
        </p:nvSpPr>
        <p:spPr>
          <a:xfrm>
            <a:off x="755650" y="1762125"/>
            <a:ext cx="8569200" cy="12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7" name="Google Shape;167;p61"/>
          <p:cNvSpPr txBox="1"/>
          <p:nvPr>
            <p:ph idx="1" type="subTitle"/>
          </p:nvPr>
        </p:nvSpPr>
        <p:spPr>
          <a:xfrm>
            <a:off x="1512888" y="3213100"/>
            <a:ext cx="7056300" cy="14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8" name="Google Shape;168;p61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9" name="Google Shape;169;p61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0" name="Google Shape;170;p61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8"/>
          <p:cNvSpPr txBox="1"/>
          <p:nvPr>
            <p:ph idx="10" type="dt"/>
          </p:nvPr>
        </p:nvSpPr>
        <p:spPr>
          <a:xfrm>
            <a:off x="50323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0" name="Google Shape;180;p28"/>
          <p:cNvSpPr txBox="1"/>
          <p:nvPr>
            <p:ph idx="11" type="ftr"/>
          </p:nvPr>
        </p:nvSpPr>
        <p:spPr>
          <a:xfrm>
            <a:off x="3448050" y="5165725"/>
            <a:ext cx="3194050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1" name="Google Shape;181;p28"/>
          <p:cNvSpPr txBox="1"/>
          <p:nvPr>
            <p:ph idx="12" type="sldNum"/>
          </p:nvPr>
        </p:nvSpPr>
        <p:spPr>
          <a:xfrm>
            <a:off x="722788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squema Personalizado">
  <p:cSld name="Esquema Personalizado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9"/>
          <p:cNvSpPr txBox="1"/>
          <p:nvPr>
            <p:ph type="title"/>
          </p:nvPr>
        </p:nvSpPr>
        <p:spPr>
          <a:xfrm>
            <a:off x="503238" y="225425"/>
            <a:ext cx="9069387" cy="944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4" name="Google Shape;184;p29"/>
          <p:cNvSpPr txBox="1"/>
          <p:nvPr>
            <p:ph idx="10" type="dt"/>
          </p:nvPr>
        </p:nvSpPr>
        <p:spPr>
          <a:xfrm>
            <a:off x="50323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5" name="Google Shape;185;p29"/>
          <p:cNvSpPr txBox="1"/>
          <p:nvPr>
            <p:ph idx="11" type="ftr"/>
          </p:nvPr>
        </p:nvSpPr>
        <p:spPr>
          <a:xfrm>
            <a:off x="3448050" y="5165725"/>
            <a:ext cx="3194050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6" name="Google Shape;186;p29"/>
          <p:cNvSpPr txBox="1"/>
          <p:nvPr>
            <p:ph idx="12" type="sldNum"/>
          </p:nvPr>
        </p:nvSpPr>
        <p:spPr>
          <a:xfrm>
            <a:off x="722788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87" name="Google Shape;187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3175"/>
            <a:ext cx="10080625" cy="56583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objecto" type="obj">
  <p:cSld name="OBJECT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0"/>
          <p:cNvSpPr txBox="1"/>
          <p:nvPr>
            <p:ph type="title"/>
          </p:nvPr>
        </p:nvSpPr>
        <p:spPr>
          <a:xfrm>
            <a:off x="503237" y="225425"/>
            <a:ext cx="9069387" cy="944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0" name="Google Shape;190;p30"/>
          <p:cNvSpPr txBox="1"/>
          <p:nvPr>
            <p:ph idx="1" type="body"/>
          </p:nvPr>
        </p:nvSpPr>
        <p:spPr>
          <a:xfrm>
            <a:off x="503237" y="1327150"/>
            <a:ext cx="9069387" cy="328771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1" name="Google Shape;191;p30"/>
          <p:cNvSpPr txBox="1"/>
          <p:nvPr>
            <p:ph idx="10" type="dt"/>
          </p:nvPr>
        </p:nvSpPr>
        <p:spPr>
          <a:xfrm>
            <a:off x="50323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2" name="Google Shape;192;p30"/>
          <p:cNvSpPr txBox="1"/>
          <p:nvPr>
            <p:ph idx="11" type="ftr"/>
          </p:nvPr>
        </p:nvSpPr>
        <p:spPr>
          <a:xfrm>
            <a:off x="3448050" y="5165725"/>
            <a:ext cx="3194050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3" name="Google Shape;193;p30"/>
          <p:cNvSpPr txBox="1"/>
          <p:nvPr>
            <p:ph idx="12" type="sldNum"/>
          </p:nvPr>
        </p:nvSpPr>
        <p:spPr>
          <a:xfrm>
            <a:off x="722788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e texto" type="vertTitleAndTx">
  <p:cSld name="VERTICAL_TITLE_AND_VERTICAL_TEXT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1"/>
          <p:cNvSpPr txBox="1"/>
          <p:nvPr>
            <p:ph type="title"/>
          </p:nvPr>
        </p:nvSpPr>
        <p:spPr>
          <a:xfrm rot="5400000">
            <a:off x="6244431" y="1286669"/>
            <a:ext cx="4389438" cy="2266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6" name="Google Shape;196;p31"/>
          <p:cNvSpPr txBox="1"/>
          <p:nvPr>
            <p:ph idx="1" type="body"/>
          </p:nvPr>
        </p:nvSpPr>
        <p:spPr>
          <a:xfrm rot="5400000">
            <a:off x="1633537" y="-904875"/>
            <a:ext cx="4389438" cy="66500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7" name="Google Shape;197;p31"/>
          <p:cNvSpPr txBox="1"/>
          <p:nvPr>
            <p:ph idx="10" type="dt"/>
          </p:nvPr>
        </p:nvSpPr>
        <p:spPr>
          <a:xfrm>
            <a:off x="50323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8" name="Google Shape;198;p31"/>
          <p:cNvSpPr txBox="1"/>
          <p:nvPr>
            <p:ph idx="11" type="ftr"/>
          </p:nvPr>
        </p:nvSpPr>
        <p:spPr>
          <a:xfrm>
            <a:off x="3448050" y="5165725"/>
            <a:ext cx="3194050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9" name="Google Shape;199;p31"/>
          <p:cNvSpPr txBox="1"/>
          <p:nvPr>
            <p:ph idx="12" type="sldNum"/>
          </p:nvPr>
        </p:nvSpPr>
        <p:spPr>
          <a:xfrm>
            <a:off x="722788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2"/>
          <p:cNvSpPr txBox="1"/>
          <p:nvPr>
            <p:ph type="title"/>
          </p:nvPr>
        </p:nvSpPr>
        <p:spPr>
          <a:xfrm>
            <a:off x="503237" y="225425"/>
            <a:ext cx="9069387" cy="944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2" name="Google Shape;202;p32"/>
          <p:cNvSpPr txBox="1"/>
          <p:nvPr>
            <p:ph idx="1" type="body"/>
          </p:nvPr>
        </p:nvSpPr>
        <p:spPr>
          <a:xfrm rot="5400000">
            <a:off x="3394075" y="-1563687"/>
            <a:ext cx="3287712" cy="906938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3" name="Google Shape;203;p32"/>
          <p:cNvSpPr txBox="1"/>
          <p:nvPr>
            <p:ph idx="10" type="dt"/>
          </p:nvPr>
        </p:nvSpPr>
        <p:spPr>
          <a:xfrm>
            <a:off x="50323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4" name="Google Shape;204;p32"/>
          <p:cNvSpPr txBox="1"/>
          <p:nvPr>
            <p:ph idx="11" type="ftr"/>
          </p:nvPr>
        </p:nvSpPr>
        <p:spPr>
          <a:xfrm>
            <a:off x="3448050" y="5165725"/>
            <a:ext cx="3194050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5" name="Google Shape;205;p32"/>
          <p:cNvSpPr txBox="1"/>
          <p:nvPr>
            <p:ph idx="12" type="sldNum"/>
          </p:nvPr>
        </p:nvSpPr>
        <p:spPr>
          <a:xfrm>
            <a:off x="722788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3"/>
          <p:cNvSpPr txBox="1"/>
          <p:nvPr>
            <p:ph type="title"/>
          </p:nvPr>
        </p:nvSpPr>
        <p:spPr>
          <a:xfrm>
            <a:off x="1976438" y="3968750"/>
            <a:ext cx="6048375" cy="46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8" name="Google Shape;208;p33"/>
          <p:cNvSpPr/>
          <p:nvPr>
            <p:ph idx="2" type="pic"/>
          </p:nvPr>
        </p:nvSpPr>
        <p:spPr>
          <a:xfrm>
            <a:off x="1976438" y="506413"/>
            <a:ext cx="6048375" cy="3402012"/>
          </a:xfrm>
          <a:prstGeom prst="rect">
            <a:avLst/>
          </a:prstGeom>
          <a:noFill/>
          <a:ln>
            <a:noFill/>
          </a:ln>
        </p:spPr>
      </p:sp>
      <p:sp>
        <p:nvSpPr>
          <p:cNvPr id="209" name="Google Shape;209;p33"/>
          <p:cNvSpPr txBox="1"/>
          <p:nvPr>
            <p:ph idx="1" type="body"/>
          </p:nvPr>
        </p:nvSpPr>
        <p:spPr>
          <a:xfrm>
            <a:off x="1976438" y="4438650"/>
            <a:ext cx="6048375" cy="6651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0" name="Google Shape;210;p33"/>
          <p:cNvSpPr txBox="1"/>
          <p:nvPr>
            <p:ph idx="10" type="dt"/>
          </p:nvPr>
        </p:nvSpPr>
        <p:spPr>
          <a:xfrm>
            <a:off x="50323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1" name="Google Shape;211;p33"/>
          <p:cNvSpPr txBox="1"/>
          <p:nvPr>
            <p:ph idx="11" type="ftr"/>
          </p:nvPr>
        </p:nvSpPr>
        <p:spPr>
          <a:xfrm>
            <a:off x="3448050" y="5165725"/>
            <a:ext cx="3194050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2" name="Google Shape;212;p33"/>
          <p:cNvSpPr txBox="1"/>
          <p:nvPr>
            <p:ph idx="12" type="sldNum"/>
          </p:nvPr>
        </p:nvSpPr>
        <p:spPr>
          <a:xfrm>
            <a:off x="722788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4"/>
          <p:cNvSpPr txBox="1"/>
          <p:nvPr>
            <p:ph type="title"/>
          </p:nvPr>
        </p:nvSpPr>
        <p:spPr>
          <a:xfrm>
            <a:off x="504825" y="225425"/>
            <a:ext cx="3316288" cy="960438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5" name="Google Shape;215;p34"/>
          <p:cNvSpPr txBox="1"/>
          <p:nvPr>
            <p:ph idx="1" type="body"/>
          </p:nvPr>
        </p:nvSpPr>
        <p:spPr>
          <a:xfrm>
            <a:off x="3941763" y="225425"/>
            <a:ext cx="5635625" cy="48402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6" name="Google Shape;216;p34"/>
          <p:cNvSpPr txBox="1"/>
          <p:nvPr>
            <p:ph idx="2" type="body"/>
          </p:nvPr>
        </p:nvSpPr>
        <p:spPr>
          <a:xfrm>
            <a:off x="504825" y="1185863"/>
            <a:ext cx="3316288" cy="38798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7" name="Google Shape;217;p34"/>
          <p:cNvSpPr txBox="1"/>
          <p:nvPr>
            <p:ph idx="10" type="dt"/>
          </p:nvPr>
        </p:nvSpPr>
        <p:spPr>
          <a:xfrm>
            <a:off x="50323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8" name="Google Shape;218;p34"/>
          <p:cNvSpPr txBox="1"/>
          <p:nvPr>
            <p:ph idx="11" type="ftr"/>
          </p:nvPr>
        </p:nvSpPr>
        <p:spPr>
          <a:xfrm>
            <a:off x="3448050" y="5165725"/>
            <a:ext cx="3194050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9" name="Google Shape;219;p34"/>
          <p:cNvSpPr txBox="1"/>
          <p:nvPr>
            <p:ph idx="12" type="sldNum"/>
          </p:nvPr>
        </p:nvSpPr>
        <p:spPr>
          <a:xfrm>
            <a:off x="722788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 título" type="titleOnly">
  <p:cSld name="TITLE_ONLY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5"/>
          <p:cNvSpPr txBox="1"/>
          <p:nvPr>
            <p:ph type="title"/>
          </p:nvPr>
        </p:nvSpPr>
        <p:spPr>
          <a:xfrm>
            <a:off x="503237" y="225425"/>
            <a:ext cx="9069387" cy="944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2" name="Google Shape;222;p35"/>
          <p:cNvSpPr txBox="1"/>
          <p:nvPr>
            <p:ph idx="10" type="dt"/>
          </p:nvPr>
        </p:nvSpPr>
        <p:spPr>
          <a:xfrm>
            <a:off x="50323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3" name="Google Shape;223;p35"/>
          <p:cNvSpPr txBox="1"/>
          <p:nvPr>
            <p:ph idx="11" type="ftr"/>
          </p:nvPr>
        </p:nvSpPr>
        <p:spPr>
          <a:xfrm>
            <a:off x="3448050" y="5165725"/>
            <a:ext cx="3194050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4" name="Google Shape;224;p35"/>
          <p:cNvSpPr txBox="1"/>
          <p:nvPr>
            <p:ph idx="12" type="sldNum"/>
          </p:nvPr>
        </p:nvSpPr>
        <p:spPr>
          <a:xfrm>
            <a:off x="722788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6"/>
          <p:cNvSpPr txBox="1"/>
          <p:nvPr>
            <p:ph type="title"/>
          </p:nvPr>
        </p:nvSpPr>
        <p:spPr>
          <a:xfrm>
            <a:off x="504825" y="227013"/>
            <a:ext cx="9072563" cy="944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7" name="Google Shape;227;p36"/>
          <p:cNvSpPr txBox="1"/>
          <p:nvPr>
            <p:ph idx="1" type="body"/>
          </p:nvPr>
        </p:nvSpPr>
        <p:spPr>
          <a:xfrm>
            <a:off x="504825" y="1270000"/>
            <a:ext cx="4452938" cy="528638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8" name="Google Shape;228;p36"/>
          <p:cNvSpPr txBox="1"/>
          <p:nvPr>
            <p:ph idx="2" type="body"/>
          </p:nvPr>
        </p:nvSpPr>
        <p:spPr>
          <a:xfrm>
            <a:off x="504825" y="1798638"/>
            <a:ext cx="4452938" cy="32670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9" name="Google Shape;229;p36"/>
          <p:cNvSpPr txBox="1"/>
          <p:nvPr>
            <p:ph idx="3" type="body"/>
          </p:nvPr>
        </p:nvSpPr>
        <p:spPr>
          <a:xfrm>
            <a:off x="5121275" y="1270000"/>
            <a:ext cx="4456113" cy="528638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0" name="Google Shape;230;p36"/>
          <p:cNvSpPr txBox="1"/>
          <p:nvPr>
            <p:ph idx="4" type="body"/>
          </p:nvPr>
        </p:nvSpPr>
        <p:spPr>
          <a:xfrm>
            <a:off x="5121275" y="1798638"/>
            <a:ext cx="4456113" cy="32670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1" name="Google Shape;231;p36"/>
          <p:cNvSpPr txBox="1"/>
          <p:nvPr>
            <p:ph idx="10" type="dt"/>
          </p:nvPr>
        </p:nvSpPr>
        <p:spPr>
          <a:xfrm>
            <a:off x="50323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2" name="Google Shape;232;p36"/>
          <p:cNvSpPr txBox="1"/>
          <p:nvPr>
            <p:ph idx="11" type="ftr"/>
          </p:nvPr>
        </p:nvSpPr>
        <p:spPr>
          <a:xfrm>
            <a:off x="3448050" y="5165725"/>
            <a:ext cx="3194050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3" name="Google Shape;233;p36"/>
          <p:cNvSpPr txBox="1"/>
          <p:nvPr>
            <p:ph idx="12" type="sldNum"/>
          </p:nvPr>
        </p:nvSpPr>
        <p:spPr>
          <a:xfrm>
            <a:off x="722788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Duplo" type="twoObj">
  <p:cSld name="TWO_OBJECTS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7"/>
          <p:cNvSpPr txBox="1"/>
          <p:nvPr>
            <p:ph type="title"/>
          </p:nvPr>
        </p:nvSpPr>
        <p:spPr>
          <a:xfrm>
            <a:off x="503237" y="225425"/>
            <a:ext cx="9069387" cy="944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6" name="Google Shape;236;p37"/>
          <p:cNvSpPr txBox="1"/>
          <p:nvPr>
            <p:ph idx="1" type="body"/>
          </p:nvPr>
        </p:nvSpPr>
        <p:spPr>
          <a:xfrm>
            <a:off x="503238" y="1327150"/>
            <a:ext cx="4457700" cy="328771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7" name="Google Shape;237;p37"/>
          <p:cNvSpPr txBox="1"/>
          <p:nvPr>
            <p:ph idx="2" type="body"/>
          </p:nvPr>
        </p:nvSpPr>
        <p:spPr>
          <a:xfrm>
            <a:off x="5113338" y="1327150"/>
            <a:ext cx="4459287" cy="328771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8" name="Google Shape;238;p37"/>
          <p:cNvSpPr txBox="1"/>
          <p:nvPr>
            <p:ph idx="10" type="dt"/>
          </p:nvPr>
        </p:nvSpPr>
        <p:spPr>
          <a:xfrm>
            <a:off x="50323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9" name="Google Shape;239;p37"/>
          <p:cNvSpPr txBox="1"/>
          <p:nvPr>
            <p:ph idx="11" type="ftr"/>
          </p:nvPr>
        </p:nvSpPr>
        <p:spPr>
          <a:xfrm>
            <a:off x="3448050" y="5165725"/>
            <a:ext cx="3194050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0" name="Google Shape;240;p37"/>
          <p:cNvSpPr txBox="1"/>
          <p:nvPr>
            <p:ph idx="12" type="sldNum"/>
          </p:nvPr>
        </p:nvSpPr>
        <p:spPr>
          <a:xfrm>
            <a:off x="722788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cção" type="secHead">
  <p:cSld name="SECTION_HEADER"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8"/>
          <p:cNvSpPr txBox="1"/>
          <p:nvPr>
            <p:ph type="title"/>
          </p:nvPr>
        </p:nvSpPr>
        <p:spPr>
          <a:xfrm>
            <a:off x="796925" y="3643313"/>
            <a:ext cx="8567738" cy="11271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3" name="Google Shape;243;p38"/>
          <p:cNvSpPr txBox="1"/>
          <p:nvPr>
            <p:ph idx="1" type="body"/>
          </p:nvPr>
        </p:nvSpPr>
        <p:spPr>
          <a:xfrm>
            <a:off x="796925" y="2403475"/>
            <a:ext cx="8567738" cy="1239838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4" name="Google Shape;244;p38"/>
          <p:cNvSpPr txBox="1"/>
          <p:nvPr>
            <p:ph idx="10" type="dt"/>
          </p:nvPr>
        </p:nvSpPr>
        <p:spPr>
          <a:xfrm>
            <a:off x="50323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5" name="Google Shape;245;p38"/>
          <p:cNvSpPr txBox="1"/>
          <p:nvPr>
            <p:ph idx="11" type="ftr"/>
          </p:nvPr>
        </p:nvSpPr>
        <p:spPr>
          <a:xfrm>
            <a:off x="3448050" y="5165725"/>
            <a:ext cx="3194050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6" name="Google Shape;246;p38"/>
          <p:cNvSpPr txBox="1"/>
          <p:nvPr>
            <p:ph idx="12" type="sldNum"/>
          </p:nvPr>
        </p:nvSpPr>
        <p:spPr>
          <a:xfrm>
            <a:off x="722788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o de título" type="title">
  <p:cSld name="TITLE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9"/>
          <p:cNvSpPr txBox="1"/>
          <p:nvPr>
            <p:ph type="ctrTitle"/>
          </p:nvPr>
        </p:nvSpPr>
        <p:spPr>
          <a:xfrm>
            <a:off x="755650" y="1762125"/>
            <a:ext cx="8569325" cy="121443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9" name="Google Shape;249;p39"/>
          <p:cNvSpPr txBox="1"/>
          <p:nvPr>
            <p:ph idx="1" type="subTitle"/>
          </p:nvPr>
        </p:nvSpPr>
        <p:spPr>
          <a:xfrm>
            <a:off x="1512888" y="3213100"/>
            <a:ext cx="7056437" cy="14493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0" name="Google Shape;250;p39"/>
          <p:cNvSpPr txBox="1"/>
          <p:nvPr>
            <p:ph idx="10" type="dt"/>
          </p:nvPr>
        </p:nvSpPr>
        <p:spPr>
          <a:xfrm>
            <a:off x="50323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1" name="Google Shape;251;p39"/>
          <p:cNvSpPr txBox="1"/>
          <p:nvPr>
            <p:ph idx="11" type="ftr"/>
          </p:nvPr>
        </p:nvSpPr>
        <p:spPr>
          <a:xfrm>
            <a:off x="3448050" y="5165725"/>
            <a:ext cx="3194050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2" name="Google Shape;252;p39"/>
          <p:cNvSpPr txBox="1"/>
          <p:nvPr>
            <p:ph idx="12" type="sldNum"/>
          </p:nvPr>
        </p:nvSpPr>
        <p:spPr>
          <a:xfrm>
            <a:off x="722788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35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theme" Target="../theme/theme4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/>
          <p:nvPr>
            <p:ph type="title"/>
          </p:nvPr>
        </p:nvSpPr>
        <p:spPr>
          <a:xfrm>
            <a:off x="503237" y="225425"/>
            <a:ext cx="90693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3"/>
          <p:cNvSpPr txBox="1"/>
          <p:nvPr>
            <p:ph idx="1" type="body"/>
          </p:nvPr>
        </p:nvSpPr>
        <p:spPr>
          <a:xfrm>
            <a:off x="503237" y="1327150"/>
            <a:ext cx="9069300" cy="3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3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3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3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5"/>
          <p:cNvSpPr txBox="1"/>
          <p:nvPr>
            <p:ph type="title"/>
          </p:nvPr>
        </p:nvSpPr>
        <p:spPr>
          <a:xfrm>
            <a:off x="503237" y="225425"/>
            <a:ext cx="90693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2" name="Google Shape;92;p25"/>
          <p:cNvSpPr txBox="1"/>
          <p:nvPr>
            <p:ph idx="1" type="body"/>
          </p:nvPr>
        </p:nvSpPr>
        <p:spPr>
          <a:xfrm>
            <a:off x="503237" y="1327150"/>
            <a:ext cx="9069300" cy="3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3" name="Google Shape;93;p25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4" name="Google Shape;94;p25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5" name="Google Shape;95;p25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_interna.png" id="172" name="Google Shape;172;p27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1"/>
            <a:ext cx="10080625" cy="5659894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7"/>
          <p:cNvSpPr txBox="1"/>
          <p:nvPr>
            <p:ph type="title"/>
          </p:nvPr>
        </p:nvSpPr>
        <p:spPr>
          <a:xfrm>
            <a:off x="503237" y="225425"/>
            <a:ext cx="9069387" cy="944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4" name="Google Shape;174;p27"/>
          <p:cNvSpPr txBox="1"/>
          <p:nvPr>
            <p:ph idx="1" type="body"/>
          </p:nvPr>
        </p:nvSpPr>
        <p:spPr>
          <a:xfrm>
            <a:off x="503237" y="1327150"/>
            <a:ext cx="9069387" cy="328771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5" name="Google Shape;175;p27"/>
          <p:cNvSpPr txBox="1"/>
          <p:nvPr>
            <p:ph idx="10" type="dt"/>
          </p:nvPr>
        </p:nvSpPr>
        <p:spPr>
          <a:xfrm>
            <a:off x="50323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6" name="Google Shape;176;p27"/>
          <p:cNvSpPr txBox="1"/>
          <p:nvPr>
            <p:ph idx="11" type="ftr"/>
          </p:nvPr>
        </p:nvSpPr>
        <p:spPr>
          <a:xfrm>
            <a:off x="3448050" y="5165725"/>
            <a:ext cx="3194050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7" name="Google Shape;177;p27"/>
          <p:cNvSpPr txBox="1"/>
          <p:nvPr>
            <p:ph idx="12" type="sldNum"/>
          </p:nvPr>
        </p:nvSpPr>
        <p:spPr>
          <a:xfrm>
            <a:off x="722788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7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5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6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4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10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"/>
          <p:cNvSpPr txBox="1"/>
          <p:nvPr/>
        </p:nvSpPr>
        <p:spPr>
          <a:xfrm>
            <a:off x="503237" y="3578225"/>
            <a:ext cx="90693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pt-BR" sz="3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PHP - BANCO DE DADOS</a:t>
            </a:r>
            <a:endParaRPr b="0" i="0" sz="33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_interna.png" id="264" name="Google Shape;26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95" y="1587"/>
            <a:ext cx="9983346" cy="565830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5" name="Google Shape;265;p2"/>
          <p:cNvGrpSpPr/>
          <p:nvPr/>
        </p:nvGrpSpPr>
        <p:grpSpPr>
          <a:xfrm>
            <a:off x="42350" y="6350"/>
            <a:ext cx="10262424" cy="5657850"/>
            <a:chOff x="0" y="0"/>
            <a:chExt cx="10262424" cy="5657850"/>
          </a:xfrm>
        </p:grpSpPr>
        <p:sp>
          <p:nvSpPr>
            <p:cNvPr id="266" name="Google Shape;266;p2"/>
            <p:cNvSpPr/>
            <p:nvPr/>
          </p:nvSpPr>
          <p:spPr>
            <a:xfrm>
              <a:off x="0" y="0"/>
              <a:ext cx="9982200" cy="56578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2"/>
            <p:cNvSpPr/>
            <p:nvPr/>
          </p:nvSpPr>
          <p:spPr>
            <a:xfrm>
              <a:off x="700088" y="311165"/>
              <a:ext cx="4728300" cy="38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205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BANCO DE DADOS COM PHP</a:t>
              </a:r>
              <a:endParaRPr b="0" i="0" sz="2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p2"/>
            <p:cNvSpPr/>
            <p:nvPr/>
          </p:nvSpPr>
          <p:spPr>
            <a:xfrm>
              <a:off x="331788" y="1188786"/>
              <a:ext cx="237600" cy="36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235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●</a:t>
              </a:r>
              <a:endParaRPr b="0" i="0" sz="2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2"/>
            <p:cNvSpPr/>
            <p:nvPr/>
          </p:nvSpPr>
          <p:spPr>
            <a:xfrm>
              <a:off x="703580" y="1222676"/>
              <a:ext cx="6522600" cy="29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Antes de iniciar devemos habilitar no PHP a extensão 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2"/>
            <p:cNvSpPr/>
            <p:nvPr/>
          </p:nvSpPr>
          <p:spPr>
            <a:xfrm>
              <a:off x="5604129" y="1222676"/>
              <a:ext cx="616500" cy="29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pgsql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" name="Google Shape;271;p2"/>
            <p:cNvSpPr/>
            <p:nvPr/>
          </p:nvSpPr>
          <p:spPr>
            <a:xfrm>
              <a:off x="6147816" y="1222676"/>
              <a:ext cx="88800" cy="29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(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p2"/>
            <p:cNvSpPr/>
            <p:nvPr/>
          </p:nvSpPr>
          <p:spPr>
            <a:xfrm>
              <a:off x="6214524" y="1222676"/>
              <a:ext cx="4047900" cy="29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para comunicação com banco de 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2"/>
            <p:cNvSpPr/>
            <p:nvPr/>
          </p:nvSpPr>
          <p:spPr>
            <a:xfrm>
              <a:off x="703580" y="1508807"/>
              <a:ext cx="797700" cy="29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dados 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2"/>
            <p:cNvSpPr/>
            <p:nvPr/>
          </p:nvSpPr>
          <p:spPr>
            <a:xfrm>
              <a:off x="1313815" y="1508807"/>
              <a:ext cx="1417200" cy="29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postgreSQL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2"/>
            <p:cNvSpPr/>
            <p:nvPr/>
          </p:nvSpPr>
          <p:spPr>
            <a:xfrm>
              <a:off x="2381631" y="1508807"/>
              <a:ext cx="88800" cy="29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)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2"/>
            <p:cNvSpPr/>
            <p:nvPr/>
          </p:nvSpPr>
          <p:spPr>
            <a:xfrm>
              <a:off x="2448623" y="1508807"/>
              <a:ext cx="74100" cy="29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;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2"/>
            <p:cNvSpPr/>
            <p:nvPr/>
          </p:nvSpPr>
          <p:spPr>
            <a:xfrm>
              <a:off x="331788" y="1875476"/>
              <a:ext cx="237600" cy="36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235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●</a:t>
              </a:r>
              <a:endParaRPr b="0" i="0" sz="2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2"/>
            <p:cNvSpPr/>
            <p:nvPr/>
          </p:nvSpPr>
          <p:spPr>
            <a:xfrm>
              <a:off x="703580" y="1909365"/>
              <a:ext cx="9328800" cy="29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No arquivo de configuração do PHP remover o ponto vírgula a frente da linha 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2"/>
            <p:cNvSpPr/>
            <p:nvPr/>
          </p:nvSpPr>
          <p:spPr>
            <a:xfrm>
              <a:off x="703580" y="2195496"/>
              <a:ext cx="88800" cy="29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(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p2"/>
            <p:cNvSpPr/>
            <p:nvPr/>
          </p:nvSpPr>
          <p:spPr>
            <a:xfrm>
              <a:off x="770573" y="2195496"/>
              <a:ext cx="1147500" cy="29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extension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2"/>
            <p:cNvSpPr/>
            <p:nvPr/>
          </p:nvSpPr>
          <p:spPr>
            <a:xfrm>
              <a:off x="1628521" y="2195496"/>
              <a:ext cx="155700" cy="29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=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2"/>
            <p:cNvSpPr/>
            <p:nvPr/>
          </p:nvSpPr>
          <p:spPr>
            <a:xfrm>
              <a:off x="1742917" y="2195496"/>
              <a:ext cx="1707000" cy="29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pgsql);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2"/>
            <p:cNvSpPr/>
            <p:nvPr/>
          </p:nvSpPr>
          <p:spPr>
            <a:xfrm>
              <a:off x="331788" y="2571816"/>
              <a:ext cx="237600" cy="36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235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●</a:t>
              </a:r>
              <a:endParaRPr b="0" i="0" sz="2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2"/>
            <p:cNvSpPr/>
            <p:nvPr/>
          </p:nvSpPr>
          <p:spPr>
            <a:xfrm>
              <a:off x="703576" y="2605700"/>
              <a:ext cx="8826300" cy="29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Copiar o arquivo php_pgsql.dll da pasta </a:t>
              </a:r>
              <a:r>
                <a:rPr lang="pt-BR" sz="1600">
                  <a:solidFill>
                    <a:schemeClr val="dk1"/>
                  </a:solidFill>
                </a:rPr>
                <a:t>ext para raiz do PHP, caso o mesmo ainda não exista.</a:t>
              </a:r>
              <a:endParaRPr sz="16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07916"/>
                </a:lnSpc>
                <a:spcBef>
                  <a:spcPts val="8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1600">
                <a:solidFill>
                  <a:schemeClr val="dk1"/>
                </a:solidFill>
              </a:endParaRPr>
            </a:p>
            <a:p>
              <a:pPr indent="0" lvl="0" marL="0" marR="0" rtl="0" algn="l">
                <a:lnSpc>
                  <a:spcPct val="107916"/>
                </a:lnSpc>
                <a:spcBef>
                  <a:spcPts val="800"/>
                </a:spcBef>
                <a:spcAft>
                  <a:spcPts val="800"/>
                </a:spcAft>
                <a:buNone/>
              </a:pPr>
              <a:r>
                <a:t/>
              </a:r>
              <a:endParaRPr sz="1600"/>
            </a:p>
          </p:txBody>
        </p:sp>
      </p:grpSp>
    </p:spTree>
  </p:cSld>
  <p:clrMapOvr>
    <a:masterClrMapping/>
  </p:clrMapOvr>
  <p:transition spd="med"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_interna.png" id="290" name="Google Shape;290;g2d568ec710c_0_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95" y="1587"/>
            <a:ext cx="9983346" cy="565830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1" name="Google Shape;291;g2d568ec710c_0_21"/>
          <p:cNvGrpSpPr/>
          <p:nvPr/>
        </p:nvGrpSpPr>
        <p:grpSpPr>
          <a:xfrm>
            <a:off x="34925" y="6350"/>
            <a:ext cx="11413280" cy="5657850"/>
            <a:chOff x="0" y="0"/>
            <a:chExt cx="11413280" cy="5657850"/>
          </a:xfrm>
        </p:grpSpPr>
        <p:sp>
          <p:nvSpPr>
            <p:cNvPr id="292" name="Google Shape;292;g2d568ec710c_0_21"/>
            <p:cNvSpPr/>
            <p:nvPr/>
          </p:nvSpPr>
          <p:spPr>
            <a:xfrm>
              <a:off x="0" y="0"/>
              <a:ext cx="9982200" cy="56578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g2d568ec710c_0_21"/>
            <p:cNvSpPr/>
            <p:nvPr/>
          </p:nvSpPr>
          <p:spPr>
            <a:xfrm>
              <a:off x="700088" y="311165"/>
              <a:ext cx="4728300" cy="38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205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BANCO DE DADOS COM PHP</a:t>
              </a:r>
              <a:endParaRPr b="0" i="0" sz="2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g2d568ec710c_0_21"/>
            <p:cNvSpPr/>
            <p:nvPr/>
          </p:nvSpPr>
          <p:spPr>
            <a:xfrm>
              <a:off x="322263" y="1210427"/>
              <a:ext cx="245100" cy="38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●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g2d568ec710c_0_21"/>
            <p:cNvSpPr/>
            <p:nvPr/>
          </p:nvSpPr>
          <p:spPr>
            <a:xfrm>
              <a:off x="703580" y="1225390"/>
              <a:ext cx="10709700" cy="33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 comunicação do PHP com banco de dados é resumida em algumas funções: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g2d568ec710c_0_21"/>
            <p:cNvSpPr/>
            <p:nvPr/>
          </p:nvSpPr>
          <p:spPr>
            <a:xfrm>
              <a:off x="780098" y="1611112"/>
              <a:ext cx="245100" cy="38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○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Google Shape;297;g2d568ec710c_0_21"/>
            <p:cNvSpPr/>
            <p:nvPr/>
          </p:nvSpPr>
          <p:spPr>
            <a:xfrm>
              <a:off x="1161415" y="1651936"/>
              <a:ext cx="1365300" cy="29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pg_connect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298;g2d568ec710c_0_21"/>
            <p:cNvSpPr/>
            <p:nvPr/>
          </p:nvSpPr>
          <p:spPr>
            <a:xfrm>
              <a:off x="780098" y="1859016"/>
              <a:ext cx="245100" cy="38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○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g2d568ec710c_0_21"/>
            <p:cNvSpPr/>
            <p:nvPr/>
          </p:nvSpPr>
          <p:spPr>
            <a:xfrm>
              <a:off x="1161415" y="1899840"/>
              <a:ext cx="1083000" cy="29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pg_query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g2d568ec710c_0_21"/>
            <p:cNvSpPr/>
            <p:nvPr/>
          </p:nvSpPr>
          <p:spPr>
            <a:xfrm>
              <a:off x="780098" y="2097522"/>
              <a:ext cx="245100" cy="38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○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g2d568ec710c_0_21"/>
            <p:cNvSpPr/>
            <p:nvPr/>
          </p:nvSpPr>
          <p:spPr>
            <a:xfrm>
              <a:off x="1161415" y="2138346"/>
              <a:ext cx="1879200" cy="29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pg_fetch_assoc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g2d568ec710c_0_21"/>
            <p:cNvSpPr/>
            <p:nvPr/>
          </p:nvSpPr>
          <p:spPr>
            <a:xfrm>
              <a:off x="780098" y="2345426"/>
              <a:ext cx="245100" cy="38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○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g2d568ec710c_0_21"/>
            <p:cNvSpPr/>
            <p:nvPr/>
          </p:nvSpPr>
          <p:spPr>
            <a:xfrm>
              <a:off x="1161415" y="2386250"/>
              <a:ext cx="2109900" cy="29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pg_escape_string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g2d568ec710c_0_21"/>
            <p:cNvSpPr/>
            <p:nvPr/>
          </p:nvSpPr>
          <p:spPr>
            <a:xfrm>
              <a:off x="780098" y="2593457"/>
              <a:ext cx="245100" cy="38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○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g2d568ec710c_0_21"/>
            <p:cNvSpPr/>
            <p:nvPr/>
          </p:nvSpPr>
          <p:spPr>
            <a:xfrm>
              <a:off x="1161415" y="2634281"/>
              <a:ext cx="1569300" cy="29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pg_last_error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 spd="med"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_interna.png" id="311" name="Google Shape;311;g2d568ec710c_0_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95" y="1587"/>
            <a:ext cx="9983346" cy="565830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2" name="Google Shape;312;g2d568ec710c_0_25"/>
          <p:cNvGrpSpPr/>
          <p:nvPr/>
        </p:nvGrpSpPr>
        <p:grpSpPr>
          <a:xfrm>
            <a:off x="42375" y="6350"/>
            <a:ext cx="12363571" cy="5657850"/>
            <a:chOff x="0" y="0"/>
            <a:chExt cx="12363571" cy="5657850"/>
          </a:xfrm>
        </p:grpSpPr>
        <p:sp>
          <p:nvSpPr>
            <p:cNvPr id="313" name="Google Shape;313;g2d568ec710c_0_25"/>
            <p:cNvSpPr/>
            <p:nvPr/>
          </p:nvSpPr>
          <p:spPr>
            <a:xfrm>
              <a:off x="0" y="0"/>
              <a:ext cx="9982200" cy="56578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g2d568ec710c_0_25"/>
            <p:cNvSpPr/>
            <p:nvPr/>
          </p:nvSpPr>
          <p:spPr>
            <a:xfrm>
              <a:off x="700088" y="311165"/>
              <a:ext cx="2364600" cy="38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205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PG_CONNECT</a:t>
              </a:r>
              <a:endParaRPr b="0" i="0" sz="2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g2d568ec710c_0_25"/>
            <p:cNvSpPr/>
            <p:nvPr/>
          </p:nvSpPr>
          <p:spPr>
            <a:xfrm>
              <a:off x="331788" y="1188786"/>
              <a:ext cx="237600" cy="36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235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●</a:t>
              </a:r>
              <a:endParaRPr b="0" i="0" sz="2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g2d568ec710c_0_25"/>
            <p:cNvSpPr/>
            <p:nvPr/>
          </p:nvSpPr>
          <p:spPr>
            <a:xfrm>
              <a:off x="703580" y="1222676"/>
              <a:ext cx="8452200" cy="29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Função responsável por iniciar a comunicação com o banco de dados;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g2d568ec710c_0_25"/>
            <p:cNvSpPr/>
            <p:nvPr/>
          </p:nvSpPr>
          <p:spPr>
            <a:xfrm>
              <a:off x="331788" y="1598997"/>
              <a:ext cx="237600" cy="36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235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●</a:t>
              </a:r>
              <a:endParaRPr b="0" i="0" sz="2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g2d568ec710c_0_25"/>
            <p:cNvSpPr/>
            <p:nvPr/>
          </p:nvSpPr>
          <p:spPr>
            <a:xfrm>
              <a:off x="703580" y="1668572"/>
              <a:ext cx="3742500" cy="25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Recebe como parâmetro uma “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g2d568ec710c_0_25"/>
            <p:cNvSpPr/>
            <p:nvPr/>
          </p:nvSpPr>
          <p:spPr>
            <a:xfrm>
              <a:off x="3516376" y="1633173"/>
              <a:ext cx="654000" cy="29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string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g2d568ec710c_0_25"/>
            <p:cNvSpPr/>
            <p:nvPr/>
          </p:nvSpPr>
          <p:spPr>
            <a:xfrm>
              <a:off x="4002405" y="1668572"/>
              <a:ext cx="1646700" cy="25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” de conexão;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g2d568ec710c_0_25"/>
            <p:cNvSpPr/>
            <p:nvPr/>
          </p:nvSpPr>
          <p:spPr>
            <a:xfrm>
              <a:off x="331788" y="2008594"/>
              <a:ext cx="237600" cy="36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235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●</a:t>
              </a:r>
              <a:endParaRPr b="0" i="0" sz="2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g2d568ec710c_0_25"/>
            <p:cNvSpPr/>
            <p:nvPr/>
          </p:nvSpPr>
          <p:spPr>
            <a:xfrm>
              <a:off x="703580" y="2078170"/>
              <a:ext cx="8198700" cy="25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Retorna um “recurso” em caso de sucesso e false em caso de falha;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g2d568ec710c_0_25"/>
            <p:cNvSpPr/>
            <p:nvPr/>
          </p:nvSpPr>
          <p:spPr>
            <a:xfrm>
              <a:off x="331788" y="2409279"/>
              <a:ext cx="237600" cy="36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235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●</a:t>
              </a:r>
              <a:endParaRPr b="0" i="0" sz="2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g2d568ec710c_0_25"/>
            <p:cNvSpPr/>
            <p:nvPr/>
          </p:nvSpPr>
          <p:spPr>
            <a:xfrm>
              <a:off x="703580" y="2443400"/>
              <a:ext cx="11346300" cy="29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 recurso retornado deverá ficar armazenado e será utilizado futuramente para execução dos 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g2d568ec710c_0_25"/>
            <p:cNvSpPr/>
            <p:nvPr/>
          </p:nvSpPr>
          <p:spPr>
            <a:xfrm>
              <a:off x="703580" y="2729531"/>
              <a:ext cx="1926900" cy="29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comandos SQL;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g2d568ec710c_0_25"/>
            <p:cNvSpPr/>
            <p:nvPr/>
          </p:nvSpPr>
          <p:spPr>
            <a:xfrm>
              <a:off x="331788" y="3105620"/>
              <a:ext cx="237600" cy="36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235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●</a:t>
              </a:r>
              <a:endParaRPr b="0" i="0" sz="2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g2d568ec710c_0_25"/>
            <p:cNvSpPr/>
            <p:nvPr/>
          </p:nvSpPr>
          <p:spPr>
            <a:xfrm>
              <a:off x="703580" y="3175196"/>
              <a:ext cx="507300" cy="25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Na “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g2d568ec710c_0_25"/>
            <p:cNvSpPr/>
            <p:nvPr/>
          </p:nvSpPr>
          <p:spPr>
            <a:xfrm>
              <a:off x="1085215" y="3139741"/>
              <a:ext cx="654000" cy="29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string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g2d568ec710c_0_25"/>
            <p:cNvSpPr/>
            <p:nvPr/>
          </p:nvSpPr>
          <p:spPr>
            <a:xfrm>
              <a:off x="1571371" y="3175196"/>
              <a:ext cx="10792200" cy="25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” de conexão devem ser enviadas informações como IP, porta, nome, usuário e senha do 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g2d568ec710c_0_25"/>
            <p:cNvSpPr/>
            <p:nvPr/>
          </p:nvSpPr>
          <p:spPr>
            <a:xfrm>
              <a:off x="703580" y="3416888"/>
              <a:ext cx="1989600" cy="29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banco de dados.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 spd="med"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_interna.png" id="336" name="Google Shape;336;g2d568ec710c_0_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95" y="1587"/>
            <a:ext cx="9983346" cy="565830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7" name="Google Shape;337;g2d568ec710c_0_29"/>
          <p:cNvGrpSpPr/>
          <p:nvPr/>
        </p:nvGrpSpPr>
        <p:grpSpPr>
          <a:xfrm>
            <a:off x="49213" y="6350"/>
            <a:ext cx="9982200" cy="5657850"/>
            <a:chOff x="0" y="0"/>
            <a:chExt cx="9982200" cy="5657850"/>
          </a:xfrm>
        </p:grpSpPr>
        <p:sp>
          <p:nvSpPr>
            <p:cNvPr id="338" name="Google Shape;338;g2d568ec710c_0_29"/>
            <p:cNvSpPr/>
            <p:nvPr/>
          </p:nvSpPr>
          <p:spPr>
            <a:xfrm>
              <a:off x="0" y="0"/>
              <a:ext cx="9982200" cy="56578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39" name="Google Shape;339;g2d568ec710c_0_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552700" y="1095376"/>
              <a:ext cx="4895850" cy="3848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0" name="Google Shape;340;g2d568ec710c_0_29"/>
            <p:cNvSpPr/>
            <p:nvPr/>
          </p:nvSpPr>
          <p:spPr>
            <a:xfrm>
              <a:off x="2552700" y="1095376"/>
              <a:ext cx="4895850" cy="3848100"/>
            </a:xfrm>
            <a:custGeom>
              <a:rect b="b" l="l" r="r" t="t"/>
              <a:pathLst>
                <a:path extrusionOk="0" h="3848100" w="4895850">
                  <a:moveTo>
                    <a:pt x="0" y="3848100"/>
                  </a:moveTo>
                  <a:lnTo>
                    <a:pt x="4895850" y="3848100"/>
                  </a:lnTo>
                  <a:lnTo>
                    <a:pt x="489585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127000"/>
              <a:headEnd len="sm" w="sm" type="none"/>
              <a:tailEnd len="sm" w="sm" type="none"/>
            </a:ln>
          </p:spPr>
        </p:sp>
        <p:sp>
          <p:nvSpPr>
            <p:cNvPr id="341" name="Google Shape;341;g2d568ec710c_0_29"/>
            <p:cNvSpPr/>
            <p:nvPr/>
          </p:nvSpPr>
          <p:spPr>
            <a:xfrm>
              <a:off x="700088" y="311165"/>
              <a:ext cx="2364600" cy="38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205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PG_CONNECT</a:t>
              </a:r>
              <a:endParaRPr b="0" i="0" sz="2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 spd="med"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_interna.png" id="347" name="Google Shape;347;g2d568ec710c_0_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95" y="1587"/>
            <a:ext cx="9983346" cy="565830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8" name="Google Shape;348;g2d568ec710c_0_33"/>
          <p:cNvGrpSpPr/>
          <p:nvPr/>
        </p:nvGrpSpPr>
        <p:grpSpPr>
          <a:xfrm>
            <a:off x="42375" y="6350"/>
            <a:ext cx="12200480" cy="5657850"/>
            <a:chOff x="0" y="0"/>
            <a:chExt cx="12200480" cy="5657850"/>
          </a:xfrm>
        </p:grpSpPr>
        <p:sp>
          <p:nvSpPr>
            <p:cNvPr id="349" name="Google Shape;349;g2d568ec710c_0_33"/>
            <p:cNvSpPr/>
            <p:nvPr/>
          </p:nvSpPr>
          <p:spPr>
            <a:xfrm>
              <a:off x="0" y="0"/>
              <a:ext cx="9982200" cy="56578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g2d568ec710c_0_33"/>
            <p:cNvSpPr/>
            <p:nvPr/>
          </p:nvSpPr>
          <p:spPr>
            <a:xfrm>
              <a:off x="700088" y="311165"/>
              <a:ext cx="1889400" cy="38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205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PG_QUERY</a:t>
              </a:r>
              <a:endParaRPr b="0" i="0" sz="2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g2d568ec710c_0_33"/>
            <p:cNvSpPr/>
            <p:nvPr/>
          </p:nvSpPr>
          <p:spPr>
            <a:xfrm>
              <a:off x="331788" y="1158075"/>
              <a:ext cx="237600" cy="36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235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●</a:t>
              </a:r>
              <a:endParaRPr b="0" i="0" sz="2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g2d568ec710c_0_33"/>
            <p:cNvSpPr/>
            <p:nvPr/>
          </p:nvSpPr>
          <p:spPr>
            <a:xfrm>
              <a:off x="703580" y="1192196"/>
              <a:ext cx="11496900" cy="29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Deve receber como parâmetro a conexão com o banco de dados e a instrução a ser executada;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g2d568ec710c_0_33"/>
            <p:cNvSpPr/>
            <p:nvPr/>
          </p:nvSpPr>
          <p:spPr>
            <a:xfrm>
              <a:off x="331788" y="1530417"/>
              <a:ext cx="237600" cy="36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235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●</a:t>
              </a:r>
              <a:endParaRPr b="0" i="0" sz="2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" name="Google Shape;354;g2d568ec710c_0_33"/>
            <p:cNvSpPr/>
            <p:nvPr/>
          </p:nvSpPr>
          <p:spPr>
            <a:xfrm>
              <a:off x="703580" y="1564306"/>
              <a:ext cx="11383800" cy="29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Retorna um novo recurso se a instrução foi executada com sucesso ou false em caso de falha.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55" name="Google Shape;355;g2d568ec710c_0_3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38175" y="2352676"/>
              <a:ext cx="8724900" cy="22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6" name="Google Shape;356;g2d568ec710c_0_33"/>
            <p:cNvSpPr/>
            <p:nvPr/>
          </p:nvSpPr>
          <p:spPr>
            <a:xfrm>
              <a:off x="638175" y="2352676"/>
              <a:ext cx="8724900" cy="2257425"/>
            </a:xfrm>
            <a:custGeom>
              <a:rect b="b" l="l" r="r" t="t"/>
              <a:pathLst>
                <a:path extrusionOk="0" h="2257425" w="8724900">
                  <a:moveTo>
                    <a:pt x="0" y="2257425"/>
                  </a:moveTo>
                  <a:lnTo>
                    <a:pt x="8724900" y="2257425"/>
                  </a:lnTo>
                  <a:lnTo>
                    <a:pt x="87249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127000"/>
              <a:headEnd len="sm" w="sm" type="none"/>
              <a:tailEnd len="sm" w="sm" type="none"/>
            </a:ln>
          </p:spPr>
        </p:sp>
      </p:grpSp>
    </p:spTree>
  </p:cSld>
  <p:clrMapOvr>
    <a:masterClrMapping/>
  </p:clrMapOvr>
  <p:transition spd="med"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_interna.png" id="362" name="Google Shape;362;g2d568ec710c_0_1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95" y="1587"/>
            <a:ext cx="9983346" cy="565830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63" name="Google Shape;363;g2d568ec710c_0_106"/>
          <p:cNvGrpSpPr/>
          <p:nvPr/>
        </p:nvGrpSpPr>
        <p:grpSpPr>
          <a:xfrm>
            <a:off x="34925" y="6350"/>
            <a:ext cx="10983965" cy="5657850"/>
            <a:chOff x="0" y="0"/>
            <a:chExt cx="10983965" cy="5657850"/>
          </a:xfrm>
        </p:grpSpPr>
        <p:sp>
          <p:nvSpPr>
            <p:cNvPr id="364" name="Google Shape;364;g2d568ec710c_0_106"/>
            <p:cNvSpPr/>
            <p:nvPr/>
          </p:nvSpPr>
          <p:spPr>
            <a:xfrm>
              <a:off x="0" y="0"/>
              <a:ext cx="9982200" cy="56578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g2d568ec710c_0_106"/>
            <p:cNvSpPr/>
            <p:nvPr/>
          </p:nvSpPr>
          <p:spPr>
            <a:xfrm>
              <a:off x="700088" y="311165"/>
              <a:ext cx="3200700" cy="38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205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PG_FETCH_ASSOC</a:t>
              </a:r>
              <a:endParaRPr b="0" i="0" sz="2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" name="Google Shape;366;g2d568ec710c_0_106"/>
            <p:cNvSpPr/>
            <p:nvPr/>
          </p:nvSpPr>
          <p:spPr>
            <a:xfrm>
              <a:off x="331788" y="1188786"/>
              <a:ext cx="237600" cy="36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235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●</a:t>
              </a:r>
              <a:endParaRPr b="0" i="0" sz="2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g2d568ec710c_0_106"/>
            <p:cNvSpPr/>
            <p:nvPr/>
          </p:nvSpPr>
          <p:spPr>
            <a:xfrm>
              <a:off x="703580" y="1222676"/>
              <a:ext cx="8109900" cy="29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Retorna uma linha ou vários registros do banco de dados como um 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" name="Google Shape;368;g2d568ec710c_0_106"/>
            <p:cNvSpPr/>
            <p:nvPr/>
          </p:nvSpPr>
          <p:spPr>
            <a:xfrm>
              <a:off x="6824726" y="1222676"/>
              <a:ext cx="614100" cy="29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array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" name="Google Shape;369;g2d568ec710c_0_106"/>
            <p:cNvSpPr/>
            <p:nvPr/>
          </p:nvSpPr>
          <p:spPr>
            <a:xfrm>
              <a:off x="7339331" y="1222676"/>
              <a:ext cx="1443000" cy="29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associativo;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" name="Google Shape;370;g2d568ec710c_0_106"/>
            <p:cNvSpPr/>
            <p:nvPr/>
          </p:nvSpPr>
          <p:spPr>
            <a:xfrm>
              <a:off x="331788" y="1751165"/>
              <a:ext cx="237600" cy="36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235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●</a:t>
              </a:r>
              <a:endParaRPr b="0" i="0" sz="2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" name="Google Shape;371;g2d568ec710c_0_106"/>
            <p:cNvSpPr/>
            <p:nvPr/>
          </p:nvSpPr>
          <p:spPr>
            <a:xfrm>
              <a:off x="703580" y="1785286"/>
              <a:ext cx="771900" cy="29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Neste 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" name="Google Shape;372;g2d568ec710c_0_106"/>
            <p:cNvSpPr/>
            <p:nvPr/>
          </p:nvSpPr>
          <p:spPr>
            <a:xfrm>
              <a:off x="1294765" y="1785286"/>
              <a:ext cx="614100" cy="29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array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" name="Google Shape;373;g2d568ec710c_0_106"/>
            <p:cNvSpPr/>
            <p:nvPr/>
          </p:nvSpPr>
          <p:spPr>
            <a:xfrm>
              <a:off x="1809750" y="1785286"/>
              <a:ext cx="2869800" cy="29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associativo, a chave do 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" name="Google Shape;374;g2d568ec710c_0_106"/>
            <p:cNvSpPr/>
            <p:nvPr/>
          </p:nvSpPr>
          <p:spPr>
            <a:xfrm>
              <a:off x="3983355" y="1785286"/>
              <a:ext cx="615000" cy="29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array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" name="Google Shape;375;g2d568ec710c_0_106"/>
            <p:cNvSpPr/>
            <p:nvPr/>
          </p:nvSpPr>
          <p:spPr>
            <a:xfrm>
              <a:off x="4507865" y="1785286"/>
              <a:ext cx="6476100" cy="29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é o nome da coluna e o seu valor é o respectivo dado 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" name="Google Shape;376;g2d568ec710c_0_106"/>
            <p:cNvSpPr/>
            <p:nvPr/>
          </p:nvSpPr>
          <p:spPr>
            <a:xfrm>
              <a:off x="703580" y="2062433"/>
              <a:ext cx="3855000" cy="29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proveniente do banco de dados;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" name="Google Shape;377;g2d568ec710c_0_106"/>
            <p:cNvSpPr/>
            <p:nvPr/>
          </p:nvSpPr>
          <p:spPr>
            <a:xfrm>
              <a:off x="331788" y="2543241"/>
              <a:ext cx="237600" cy="36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235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●</a:t>
              </a:r>
              <a:endParaRPr b="0" i="0" sz="2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" name="Google Shape;378;g2d568ec710c_0_106"/>
            <p:cNvSpPr/>
            <p:nvPr/>
          </p:nvSpPr>
          <p:spPr>
            <a:xfrm>
              <a:off x="703580" y="2577131"/>
              <a:ext cx="10216800" cy="29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Esta função é utilizada para que os dados do banco sejam coletados e entregues ao 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g2d568ec710c_0_106"/>
            <p:cNvSpPr/>
            <p:nvPr/>
          </p:nvSpPr>
          <p:spPr>
            <a:xfrm>
              <a:off x="8378444" y="2577131"/>
              <a:ext cx="427800" cy="29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php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g2d568ec710c_0_106"/>
            <p:cNvSpPr/>
            <p:nvPr/>
          </p:nvSpPr>
          <p:spPr>
            <a:xfrm>
              <a:off x="8693150" y="2577131"/>
              <a:ext cx="74100" cy="29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81" name="Google Shape;381;g2d568ec710c_0_10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562225" y="2876551"/>
              <a:ext cx="4705350" cy="21050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2" name="Google Shape;382;g2d568ec710c_0_106"/>
            <p:cNvSpPr/>
            <p:nvPr/>
          </p:nvSpPr>
          <p:spPr>
            <a:xfrm>
              <a:off x="2562225" y="2876551"/>
              <a:ext cx="4705350" cy="2105025"/>
            </a:xfrm>
            <a:custGeom>
              <a:rect b="b" l="l" r="r" t="t"/>
              <a:pathLst>
                <a:path extrusionOk="0" h="2105025" w="4705350">
                  <a:moveTo>
                    <a:pt x="0" y="2105025"/>
                  </a:moveTo>
                  <a:lnTo>
                    <a:pt x="4705350" y="2105025"/>
                  </a:lnTo>
                  <a:lnTo>
                    <a:pt x="470535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sp>
      </p:grpSp>
    </p:spTree>
  </p:cSld>
  <p:clrMapOvr>
    <a:masterClrMapping/>
  </p:clrMapOvr>
  <p:transition spd="med">
    <p:fade thruBlk="1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_interna.png" id="388" name="Google Shape;388;g2d568ec710c_0_1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95" y="1587"/>
            <a:ext cx="9983346" cy="565830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9" name="Google Shape;389;g2d568ec710c_0_110"/>
          <p:cNvGrpSpPr/>
          <p:nvPr/>
        </p:nvGrpSpPr>
        <p:grpSpPr>
          <a:xfrm>
            <a:off x="42350" y="6350"/>
            <a:ext cx="12272180" cy="5657850"/>
            <a:chOff x="0" y="0"/>
            <a:chExt cx="12272180" cy="5657850"/>
          </a:xfrm>
        </p:grpSpPr>
        <p:sp>
          <p:nvSpPr>
            <p:cNvPr id="390" name="Google Shape;390;g2d568ec710c_0_110"/>
            <p:cNvSpPr/>
            <p:nvPr/>
          </p:nvSpPr>
          <p:spPr>
            <a:xfrm>
              <a:off x="0" y="0"/>
              <a:ext cx="9982200" cy="56578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g2d568ec710c_0_110"/>
            <p:cNvSpPr/>
            <p:nvPr/>
          </p:nvSpPr>
          <p:spPr>
            <a:xfrm>
              <a:off x="700088" y="311165"/>
              <a:ext cx="3535800" cy="38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205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PG_ESCAPE_STRING</a:t>
              </a:r>
              <a:endParaRPr b="0" i="0" sz="2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g2d568ec710c_0_110"/>
            <p:cNvSpPr/>
            <p:nvPr/>
          </p:nvSpPr>
          <p:spPr>
            <a:xfrm>
              <a:off x="331788" y="1188786"/>
              <a:ext cx="237600" cy="36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235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●</a:t>
              </a:r>
              <a:endParaRPr b="0" i="0" sz="2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" name="Google Shape;393;g2d568ec710c_0_110"/>
            <p:cNvSpPr/>
            <p:nvPr/>
          </p:nvSpPr>
          <p:spPr>
            <a:xfrm>
              <a:off x="703580" y="1222676"/>
              <a:ext cx="7156500" cy="29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Formata um texto antes de ser enviado ao banco de dados;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" name="Google Shape;394;g2d568ec710c_0_110"/>
            <p:cNvSpPr/>
            <p:nvPr/>
          </p:nvSpPr>
          <p:spPr>
            <a:xfrm>
              <a:off x="331788" y="1598997"/>
              <a:ext cx="237600" cy="36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235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●</a:t>
              </a:r>
              <a:endParaRPr b="0" i="0" sz="2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g2d568ec710c_0_110"/>
            <p:cNvSpPr/>
            <p:nvPr/>
          </p:nvSpPr>
          <p:spPr>
            <a:xfrm>
              <a:off x="703580" y="1633173"/>
              <a:ext cx="11568600" cy="29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Necessário em caso de conteúdos que podem ter barras, aspas ou caracteres de escape. Essa 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396;g2d568ec710c_0_110"/>
            <p:cNvSpPr/>
            <p:nvPr/>
          </p:nvSpPr>
          <p:spPr>
            <a:xfrm>
              <a:off x="703580" y="1909365"/>
              <a:ext cx="9036300" cy="29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função irá tratar esses caracteres para que não hajam problemas na query.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g2d568ec710c_0_110"/>
            <p:cNvSpPr/>
            <p:nvPr/>
          </p:nvSpPr>
          <p:spPr>
            <a:xfrm>
              <a:off x="331788" y="2285685"/>
              <a:ext cx="237600" cy="36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235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●</a:t>
              </a:r>
              <a:endParaRPr b="0" i="0" sz="2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g2d568ec710c_0_110"/>
            <p:cNvSpPr/>
            <p:nvPr/>
          </p:nvSpPr>
          <p:spPr>
            <a:xfrm>
              <a:off x="703580" y="2319575"/>
              <a:ext cx="4123500" cy="29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Utilizado também para evitar SQL 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g2d568ec710c_0_110"/>
            <p:cNvSpPr/>
            <p:nvPr/>
          </p:nvSpPr>
          <p:spPr>
            <a:xfrm>
              <a:off x="3811905" y="2319575"/>
              <a:ext cx="983100" cy="29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injection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400;g2d568ec710c_0_110"/>
            <p:cNvSpPr/>
            <p:nvPr/>
          </p:nvSpPr>
          <p:spPr>
            <a:xfrm>
              <a:off x="4545965" y="2319575"/>
              <a:ext cx="74100" cy="29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01" name="Google Shape;401;g2d568ec710c_0_1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23850" y="3314701"/>
              <a:ext cx="9353550" cy="11239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2" name="Google Shape;402;g2d568ec710c_0_110"/>
            <p:cNvSpPr/>
            <p:nvPr/>
          </p:nvSpPr>
          <p:spPr>
            <a:xfrm>
              <a:off x="323850" y="3314701"/>
              <a:ext cx="9353550" cy="1123950"/>
            </a:xfrm>
            <a:custGeom>
              <a:rect b="b" l="l" r="r" t="t"/>
              <a:pathLst>
                <a:path extrusionOk="0" h="1123950" w="9353550">
                  <a:moveTo>
                    <a:pt x="0" y="1123950"/>
                  </a:moveTo>
                  <a:lnTo>
                    <a:pt x="9353550" y="1123950"/>
                  </a:lnTo>
                  <a:lnTo>
                    <a:pt x="935355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127000"/>
              <a:headEnd len="sm" w="sm" type="none"/>
              <a:tailEnd len="sm" w="sm" type="none"/>
            </a:ln>
          </p:spPr>
        </p:sp>
      </p:grpSp>
    </p:spTree>
  </p:cSld>
  <p:clrMapOvr>
    <a:masterClrMapping/>
  </p:clrMapOvr>
  <p:transition spd="med">
    <p:fade thruBlk="1"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_interna.png" id="408" name="Google Shape;408;g2d568ec710c_0_1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95" y="1587"/>
            <a:ext cx="9983346" cy="565830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09" name="Google Shape;409;g2d568ec710c_0_114"/>
          <p:cNvGrpSpPr/>
          <p:nvPr/>
        </p:nvGrpSpPr>
        <p:grpSpPr>
          <a:xfrm>
            <a:off x="49213" y="6350"/>
            <a:ext cx="9982200" cy="5657850"/>
            <a:chOff x="0" y="0"/>
            <a:chExt cx="9982200" cy="5657850"/>
          </a:xfrm>
        </p:grpSpPr>
        <p:sp>
          <p:nvSpPr>
            <p:cNvPr id="410" name="Google Shape;410;g2d568ec710c_0_114"/>
            <p:cNvSpPr/>
            <p:nvPr/>
          </p:nvSpPr>
          <p:spPr>
            <a:xfrm>
              <a:off x="0" y="0"/>
              <a:ext cx="9982200" cy="56578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g2d568ec710c_0_114"/>
            <p:cNvSpPr/>
            <p:nvPr/>
          </p:nvSpPr>
          <p:spPr>
            <a:xfrm>
              <a:off x="700088" y="311165"/>
              <a:ext cx="2959500" cy="38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205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PG_LAST_ERROR</a:t>
              </a:r>
              <a:endParaRPr b="0" i="0" sz="2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" name="Google Shape;412;g2d568ec710c_0_114"/>
            <p:cNvSpPr/>
            <p:nvPr/>
          </p:nvSpPr>
          <p:spPr>
            <a:xfrm>
              <a:off x="322263" y="1181852"/>
              <a:ext cx="245100" cy="38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●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" name="Google Shape;413;g2d568ec710c_0_114"/>
            <p:cNvSpPr/>
            <p:nvPr/>
          </p:nvSpPr>
          <p:spPr>
            <a:xfrm>
              <a:off x="703580" y="1222676"/>
              <a:ext cx="1609800" cy="29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Retorna uma 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" name="Google Shape;414;g2d568ec710c_0_114"/>
            <p:cNvSpPr/>
            <p:nvPr/>
          </p:nvSpPr>
          <p:spPr>
            <a:xfrm>
              <a:off x="1933575" y="1222676"/>
              <a:ext cx="654000" cy="29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string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g2d568ec710c_0_114"/>
            <p:cNvSpPr/>
            <p:nvPr/>
          </p:nvSpPr>
          <p:spPr>
            <a:xfrm>
              <a:off x="2486660" y="1222676"/>
              <a:ext cx="7363500" cy="29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com a mensagem do último erro ocorrido no banco de dados;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" name="Google Shape;416;g2d568ec710c_0_114"/>
            <p:cNvSpPr/>
            <p:nvPr/>
          </p:nvSpPr>
          <p:spPr>
            <a:xfrm>
              <a:off x="322263" y="1592062"/>
              <a:ext cx="245100" cy="38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●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g2d568ec710c_0_114"/>
            <p:cNvSpPr/>
            <p:nvPr/>
          </p:nvSpPr>
          <p:spPr>
            <a:xfrm>
              <a:off x="703580" y="1633173"/>
              <a:ext cx="5060100" cy="29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Deve receber como parâmetro a conexão.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18" name="Google Shape;418;g2d568ec710c_0_1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23900" y="2486026"/>
              <a:ext cx="8553450" cy="1714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9" name="Google Shape;419;g2d568ec710c_0_114"/>
            <p:cNvSpPr/>
            <p:nvPr/>
          </p:nvSpPr>
          <p:spPr>
            <a:xfrm>
              <a:off x="723900" y="2486026"/>
              <a:ext cx="8553450" cy="1714500"/>
            </a:xfrm>
            <a:custGeom>
              <a:rect b="b" l="l" r="r" t="t"/>
              <a:pathLst>
                <a:path extrusionOk="0" h="1714500" w="8553450">
                  <a:moveTo>
                    <a:pt x="0" y="1714500"/>
                  </a:moveTo>
                  <a:lnTo>
                    <a:pt x="8553450" y="1714500"/>
                  </a:lnTo>
                  <a:lnTo>
                    <a:pt x="855345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4F81BD"/>
              </a:solidFill>
              <a:prstDash val="solid"/>
              <a:miter lim="127000"/>
              <a:headEnd len="sm" w="sm" type="none"/>
              <a:tailEnd len="sm" w="sm" type="none"/>
            </a:ln>
          </p:spPr>
        </p:sp>
      </p:grpSp>
    </p:spTree>
  </p:cSld>
  <p:clrMapOvr>
    <a:masterClrMapping/>
  </p:clrMapOvr>
  <p:transition spd="med">
    <p:fade thruBlk="1"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22"/>
          <p:cNvSpPr/>
          <p:nvPr/>
        </p:nvSpPr>
        <p:spPr>
          <a:xfrm>
            <a:off x="0" y="0"/>
            <a:ext cx="10080625" cy="56705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bg_final.png" id="425" name="Google Shape;42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0080626" cy="5670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Tema do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Tema do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Tema do Office">
  <a:themeElements>
    <a:clrScheme name="Tema do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0x010100AE27F99DF18A4341BE4054373105936F</vt:lpwstr>
  </property>
  <property fmtid="{D5CDD505-2E9C-101B-9397-08002B2CF9AE}" pid="3" name="Order">
    <vt:r8>1507300.0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_SourceUrl">
    <vt:lpwstr/>
  </property>
  <property fmtid="{D5CDD505-2E9C-101B-9397-08002B2CF9AE}" pid="7" name="_SharedFileIndex">
    <vt:lpwstr/>
  </property>
  <property fmtid="{D5CDD505-2E9C-101B-9397-08002B2CF9AE}" pid="8" name="ComplianceAssetId">
    <vt:lpwstr/>
  </property>
  <property fmtid="{D5CDD505-2E9C-101B-9397-08002B2CF9AE}" pid="9" name="TemplateUrl">
    <vt:lpwstr/>
  </property>
</Properties>
</file>