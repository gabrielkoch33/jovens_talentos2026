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670550" cx="10080625"/>
  <p:notesSz cx="7559675" cy="106918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pGQ/zfAIuUtTSZi7zDnNWeCJ7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670171-5B8C-4963-A9E4-090E0496629E}">
  <a:tblStyle styleId="{A0670171-5B8C-4963-A9E4-090E0496629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boldItalic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Robo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 txBox="1"/>
          <p:nvPr>
            <p:ph idx="12" type="sldNum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d568f6f8b8_0_7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2d568f6f8b8_0_7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9" name="Google Shape;279;g2d568f6f8b8_0_7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568f6f8b8_0_1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2d568f6f8b8_0_11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8" name="Google Shape;298;g2d568f6f8b8_0_11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d568f6f8b8_0_1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2d568f6f8b8_0_1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2" name="Google Shape;322;g2d568f6f8b8_0_1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d568f6f8b8_0_7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2d568f6f8b8_0_71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0" name="Google Shape;330;g2d568f6f8b8_0_71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d568f6f8b8_0_7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2d568f6f8b8_0_7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4" name="Google Shape;364;g2d568f6f8b8_0_7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22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" name="Google Shape;2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6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4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4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4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4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4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4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7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7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7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4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8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48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48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0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50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5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5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5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1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5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5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5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7" name="Google Shape;10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998177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5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5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5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5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5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5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5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5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5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5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5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5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5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5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5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5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7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5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5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5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8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58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58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58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58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5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5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5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9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59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59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5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5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5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0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0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6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6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1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61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6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6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503238" y="225425"/>
            <a:ext cx="9069387" cy="944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 rot="5400000">
            <a:off x="6244431" y="1286669"/>
            <a:ext cx="43894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 rot="5400000">
            <a:off x="1633537" y="-904875"/>
            <a:ext cx="43894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1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 rot="5400000">
            <a:off x="3394075" y="-1563687"/>
            <a:ext cx="3287712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976438" y="3968750"/>
            <a:ext cx="6048375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3"/>
          <p:cNvSpPr/>
          <p:nvPr>
            <p:ph idx="2" type="pic"/>
          </p:nvPr>
        </p:nvSpPr>
        <p:spPr>
          <a:xfrm>
            <a:off x="1976438" y="506413"/>
            <a:ext cx="6048375" cy="3402012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976438" y="4438650"/>
            <a:ext cx="6048375" cy="6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33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33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504825" y="225425"/>
            <a:ext cx="3316288" cy="9604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941763" y="225425"/>
            <a:ext cx="5635625" cy="4840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34"/>
          <p:cNvSpPr txBox="1"/>
          <p:nvPr>
            <p:ph idx="2" type="body"/>
          </p:nvPr>
        </p:nvSpPr>
        <p:spPr>
          <a:xfrm>
            <a:off x="504825" y="1185863"/>
            <a:ext cx="3316288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504825" y="227013"/>
            <a:ext cx="9072563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504825" y="1270000"/>
            <a:ext cx="4452938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2" type="body"/>
          </p:nvPr>
        </p:nvSpPr>
        <p:spPr>
          <a:xfrm>
            <a:off x="504825" y="1798638"/>
            <a:ext cx="4452938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3" type="body"/>
          </p:nvPr>
        </p:nvSpPr>
        <p:spPr>
          <a:xfrm>
            <a:off x="5121275" y="1270000"/>
            <a:ext cx="4456113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4" type="body"/>
          </p:nvPr>
        </p:nvSpPr>
        <p:spPr>
          <a:xfrm>
            <a:off x="5121275" y="1798638"/>
            <a:ext cx="4456113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503238" y="1327150"/>
            <a:ext cx="4457700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5113338" y="1327150"/>
            <a:ext cx="4459287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796925" y="3643313"/>
            <a:ext cx="8567738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796925" y="2403475"/>
            <a:ext cx="8567738" cy="12398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ctrTitle"/>
          </p:nvPr>
        </p:nvSpPr>
        <p:spPr>
          <a:xfrm>
            <a:off x="755650" y="1762125"/>
            <a:ext cx="8569325" cy="121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" type="subTitle"/>
          </p:nvPr>
        </p:nvSpPr>
        <p:spPr>
          <a:xfrm>
            <a:off x="1512888" y="3213100"/>
            <a:ext cx="7056437" cy="1449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72" name="Google Shape;17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10080625" cy="5659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503237" y="35782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pt-BR" sz="3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PHP - INCLUDE E REQUIRE</a:t>
            </a:r>
            <a:endParaRPr b="0" i="0" sz="3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64" name="Google Shape;2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2"/>
          <p:cNvGrpSpPr/>
          <p:nvPr/>
        </p:nvGrpSpPr>
        <p:grpSpPr>
          <a:xfrm>
            <a:off x="42375" y="6350"/>
            <a:ext cx="11776718" cy="5657850"/>
            <a:chOff x="0" y="0"/>
            <a:chExt cx="11776718" cy="5657850"/>
          </a:xfrm>
        </p:grpSpPr>
        <p:sp>
          <p:nvSpPr>
            <p:cNvPr id="266" name="Google Shape;266;p2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700088" y="311165"/>
              <a:ext cx="39291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INCLUDES E REQUIRES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368300" y="1293589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711518" y="1253077"/>
              <a:ext cx="106947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Para facilitar a manutenção e que o código seja replicado existem funções que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711518" y="1672684"/>
              <a:ext cx="59178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permitem incluir outros arquivos dentre dele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368300" y="2533617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711518" y="2493105"/>
              <a:ext cx="110652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Assim, por exemplo, em páginas que tiverem o mesmo cabeçalho, basta criar um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711518" y="2903315"/>
              <a:ext cx="35280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arquivo cabeçalho e incluí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3362071" y="2903315"/>
              <a:ext cx="1014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3438271" y="2903315"/>
              <a:ext cx="19491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 nos demais.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81" name="Google Shape;281;g2d568f6f8b8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g2d568f6f8b8_0_7"/>
          <p:cNvGrpSpPr/>
          <p:nvPr/>
        </p:nvGrpSpPr>
        <p:grpSpPr>
          <a:xfrm>
            <a:off x="42375" y="6350"/>
            <a:ext cx="11120918" cy="5657850"/>
            <a:chOff x="0" y="0"/>
            <a:chExt cx="11120918" cy="5657850"/>
          </a:xfrm>
        </p:grpSpPr>
        <p:sp>
          <p:nvSpPr>
            <p:cNvPr id="283" name="Google Shape;283;g2d568f6f8b8_0_7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2d568f6f8b8_0_7"/>
            <p:cNvSpPr/>
            <p:nvPr/>
          </p:nvSpPr>
          <p:spPr>
            <a:xfrm>
              <a:off x="700088" y="311165"/>
              <a:ext cx="39291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INCLUDES E REQUIRES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2d568f6f8b8_0_7"/>
            <p:cNvSpPr/>
            <p:nvPr/>
          </p:nvSpPr>
          <p:spPr>
            <a:xfrm>
              <a:off x="368300" y="1293589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2d568f6f8b8_0_7"/>
            <p:cNvSpPr/>
            <p:nvPr/>
          </p:nvSpPr>
          <p:spPr>
            <a:xfrm>
              <a:off x="711518" y="1253077"/>
              <a:ext cx="104094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 PHP oferece algumas funções para realização da inclusão destes arquivos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2d568f6f8b8_0_7"/>
            <p:cNvSpPr/>
            <p:nvPr/>
          </p:nvSpPr>
          <p:spPr>
            <a:xfrm>
              <a:off x="825818" y="2123534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2d568f6f8b8_0_7"/>
            <p:cNvSpPr/>
            <p:nvPr/>
          </p:nvSpPr>
          <p:spPr>
            <a:xfrm>
              <a:off x="1169035" y="2083021"/>
              <a:ext cx="10068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Include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2d568f6f8b8_0_7"/>
            <p:cNvSpPr/>
            <p:nvPr/>
          </p:nvSpPr>
          <p:spPr>
            <a:xfrm>
              <a:off x="825818" y="2533617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2d568f6f8b8_0_7"/>
            <p:cNvSpPr/>
            <p:nvPr/>
          </p:nvSpPr>
          <p:spPr>
            <a:xfrm>
              <a:off x="1169035" y="2493105"/>
              <a:ext cx="18315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Include_once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2d568f6f8b8_0_7"/>
            <p:cNvSpPr/>
            <p:nvPr/>
          </p:nvSpPr>
          <p:spPr>
            <a:xfrm>
              <a:off x="825818" y="2943827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2d568f6f8b8_0_7"/>
            <p:cNvSpPr/>
            <p:nvPr/>
          </p:nvSpPr>
          <p:spPr>
            <a:xfrm>
              <a:off x="1169035" y="2903315"/>
              <a:ext cx="10698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Require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2d568f6f8b8_0_7"/>
            <p:cNvSpPr/>
            <p:nvPr/>
          </p:nvSpPr>
          <p:spPr>
            <a:xfrm>
              <a:off x="825818" y="3353783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2d568f6f8b8_0_7"/>
            <p:cNvSpPr/>
            <p:nvPr/>
          </p:nvSpPr>
          <p:spPr>
            <a:xfrm>
              <a:off x="1169035" y="3313271"/>
              <a:ext cx="18954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Require_once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00" name="Google Shape;300;g2d568f6f8b8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g2d568f6f8b8_0_11"/>
          <p:cNvGrpSpPr/>
          <p:nvPr/>
        </p:nvGrpSpPr>
        <p:grpSpPr>
          <a:xfrm>
            <a:off x="34925" y="6350"/>
            <a:ext cx="12143335" cy="5657850"/>
            <a:chOff x="0" y="0"/>
            <a:chExt cx="12143335" cy="5657850"/>
          </a:xfrm>
        </p:grpSpPr>
        <p:sp>
          <p:nvSpPr>
            <p:cNvPr id="302" name="Google Shape;302;g2d568f6f8b8_0_11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2d568f6f8b8_0_11"/>
            <p:cNvSpPr/>
            <p:nvPr/>
          </p:nvSpPr>
          <p:spPr>
            <a:xfrm>
              <a:off x="700088" y="311165"/>
              <a:ext cx="39291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INCLUDES E REQUIRES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2d568f6f8b8_0_11"/>
            <p:cNvSpPr/>
            <p:nvPr/>
          </p:nvSpPr>
          <p:spPr>
            <a:xfrm>
              <a:off x="368300" y="1226914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2d568f6f8b8_0_11"/>
            <p:cNvSpPr/>
            <p:nvPr/>
          </p:nvSpPr>
          <p:spPr>
            <a:xfrm>
              <a:off x="711518" y="1186402"/>
              <a:ext cx="10047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Include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2d568f6f8b8_0_11"/>
            <p:cNvSpPr/>
            <p:nvPr/>
          </p:nvSpPr>
          <p:spPr>
            <a:xfrm>
              <a:off x="825818" y="1541493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2d568f6f8b8_0_11"/>
            <p:cNvSpPr/>
            <p:nvPr/>
          </p:nvSpPr>
          <p:spPr>
            <a:xfrm>
              <a:off x="1169035" y="1500981"/>
              <a:ext cx="67233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Realiza a inclusão de um arquivo dentro de outro;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2d568f6f8b8_0_11"/>
            <p:cNvSpPr/>
            <p:nvPr/>
          </p:nvSpPr>
          <p:spPr>
            <a:xfrm>
              <a:off x="825818" y="1856453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2d568f6f8b8_0_11"/>
            <p:cNvSpPr/>
            <p:nvPr/>
          </p:nvSpPr>
          <p:spPr>
            <a:xfrm>
              <a:off x="1169035" y="1815940"/>
              <a:ext cx="99996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Pode ser repassado o nome ou o diretório do arquivo a ser incluído como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2d568f6f8b8_0_11"/>
            <p:cNvSpPr/>
            <p:nvPr/>
          </p:nvSpPr>
          <p:spPr>
            <a:xfrm>
              <a:off x="1169035" y="2130646"/>
              <a:ext cx="14691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parâmetro;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2d568f6f8b8_0_11"/>
            <p:cNvSpPr/>
            <p:nvPr/>
          </p:nvSpPr>
          <p:spPr>
            <a:xfrm>
              <a:off x="825818" y="2485992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2d568f6f8b8_0_11"/>
            <p:cNvSpPr/>
            <p:nvPr/>
          </p:nvSpPr>
          <p:spPr>
            <a:xfrm>
              <a:off x="1169035" y="2445480"/>
              <a:ext cx="109743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Quando um arquivo é incluído, ele herda o escopo de variáveis disponíveis até a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2d568f6f8b8_0_11"/>
            <p:cNvSpPr/>
            <p:nvPr/>
          </p:nvSpPr>
          <p:spPr>
            <a:xfrm>
              <a:off x="1169035" y="2760186"/>
              <a:ext cx="17856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sua inclusão;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2d568f6f8b8_0_11"/>
            <p:cNvSpPr/>
            <p:nvPr/>
          </p:nvSpPr>
          <p:spPr>
            <a:xfrm>
              <a:off x="1283589" y="3124802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2d568f6f8b8_0_11"/>
            <p:cNvSpPr/>
            <p:nvPr/>
          </p:nvSpPr>
          <p:spPr>
            <a:xfrm>
              <a:off x="1626870" y="3084290"/>
              <a:ext cx="101367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Exemplo: Uma variável definida antes do include, poderá ser usada dentro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2d568f6f8b8_0_11"/>
            <p:cNvSpPr/>
            <p:nvPr/>
          </p:nvSpPr>
          <p:spPr>
            <a:xfrm>
              <a:off x="1626870" y="3399376"/>
              <a:ext cx="6672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dele;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2d568f6f8b8_0_11"/>
            <p:cNvSpPr/>
            <p:nvPr/>
          </p:nvSpPr>
          <p:spPr>
            <a:xfrm>
              <a:off x="825818" y="3754468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2d568f6f8b8_0_11"/>
            <p:cNvSpPr/>
            <p:nvPr/>
          </p:nvSpPr>
          <p:spPr>
            <a:xfrm>
              <a:off x="1169035" y="3713956"/>
              <a:ext cx="93267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Caso o arquivo não seja encontrado será emitido somente um alerta;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24" name="Google Shape;324;g2d568f6f8b8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5" name="Google Shape;325;g2d568f6f8b8_0_15"/>
          <p:cNvGraphicFramePr/>
          <p:nvPr/>
        </p:nvGraphicFramePr>
        <p:xfrm>
          <a:off x="930588" y="168646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{A0670171-5B8C-4963-A9E4-090E0496629E}</a:tableStyleId>
              </a:tblPr>
              <a:tblGrid>
                <a:gridCol w="4228475"/>
                <a:gridCol w="3990975"/>
              </a:tblGrid>
              <a:tr h="222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Arquivo index.php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&lt;?php</a:t>
                      </a:r>
                      <a:endParaRPr sz="205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include('funcao.php');</a:t>
                      </a:r>
                      <a:endParaRPr sz="205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4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</a:t>
                      </a:r>
                      <a:r>
                        <a:rPr lang="pt-BR" sz="205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valorA</a:t>
                      </a:r>
                      <a:r>
                        <a:rPr lang="pt-BR" sz="2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10;</a:t>
                      </a:r>
                      <a:endParaRPr sz="205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4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</a:t>
                      </a:r>
                      <a:r>
                        <a:rPr lang="pt-BR" sz="205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valorB</a:t>
                      </a:r>
                      <a:r>
                        <a:rPr lang="pt-BR" sz="2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20;</a:t>
                      </a:r>
                      <a:endParaRPr sz="2050" u="none" cap="none" strike="noStrike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195066" rtl="0" algn="l">
                        <a:lnSpc>
                          <a:spcPct val="1004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soma($</a:t>
                      </a:r>
                      <a:r>
                        <a:rPr lang="pt-BR" sz="205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valorA</a:t>
                      </a:r>
                      <a:r>
                        <a:rPr lang="pt-BR" sz="205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$</a:t>
                      </a:r>
                      <a:r>
                        <a:rPr lang="pt-BR" sz="205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valorB</a:t>
                      </a:r>
                      <a:r>
                        <a:rPr lang="pt-BR" sz="205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5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259715" marR="0" rtl="0" algn="ctr">
                        <a:lnSpc>
                          <a:spcPct val="100000"/>
                        </a:lnSpc>
                        <a:spcBef>
                          <a:spcPts val="24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7800" marB="0" marR="73025" marL="9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Arquivo </a:t>
                      </a:r>
                      <a:r>
                        <a:rPr lang="pt-BR" sz="205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funcao</a:t>
                      </a:r>
                      <a:r>
                        <a:rPr lang="pt-BR" sz="2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.php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85750" lvl="0" marL="289560" marR="184531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&lt;?php</a:t>
                      </a:r>
                      <a:endParaRPr sz="205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-285750" lvl="0" marL="28956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 soma($a, $b) {</a:t>
                      </a:r>
                      <a:endParaRPr sz="205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-285750" lvl="0" marL="28956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echo $a + $b;</a:t>
                      </a:r>
                      <a:endParaRPr sz="205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-285750" lvl="0" marL="28956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50"/>
                        <a:buFont typeface="Arial"/>
                        <a:buNone/>
                      </a:pPr>
                      <a:r>
                        <a:rPr lang="pt-BR" sz="205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7800" marB="0" marR="73025" marL="9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26;g2d568f6f8b8_0_15"/>
          <p:cNvSpPr/>
          <p:nvPr/>
        </p:nvSpPr>
        <p:spPr>
          <a:xfrm>
            <a:off x="735013" y="317515"/>
            <a:ext cx="3929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INCLUDES E REQUIRES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32" name="Google Shape;332;g2d568f6f8b8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" name="Google Shape;333;g2d568f6f8b8_0_71"/>
          <p:cNvGrpSpPr/>
          <p:nvPr/>
        </p:nvGrpSpPr>
        <p:grpSpPr>
          <a:xfrm>
            <a:off x="42350" y="6350"/>
            <a:ext cx="10038225" cy="5658000"/>
            <a:chOff x="0" y="0"/>
            <a:chExt cx="10038225" cy="5658000"/>
          </a:xfrm>
        </p:grpSpPr>
        <p:sp>
          <p:nvSpPr>
            <p:cNvPr id="334" name="Google Shape;334;g2d568f6f8b8_0_71"/>
            <p:cNvSpPr/>
            <p:nvPr/>
          </p:nvSpPr>
          <p:spPr>
            <a:xfrm>
              <a:off x="0" y="0"/>
              <a:ext cx="9982200" cy="565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2d568f6f8b8_0_71"/>
            <p:cNvSpPr/>
            <p:nvPr/>
          </p:nvSpPr>
          <p:spPr>
            <a:xfrm>
              <a:off x="700088" y="311165"/>
              <a:ext cx="39291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INCLUDES E REQUIRES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2d568f6f8b8_0_71"/>
            <p:cNvSpPr/>
            <p:nvPr/>
          </p:nvSpPr>
          <p:spPr>
            <a:xfrm>
              <a:off x="368300" y="1226914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2d568f6f8b8_0_71"/>
            <p:cNvSpPr/>
            <p:nvPr/>
          </p:nvSpPr>
          <p:spPr>
            <a:xfrm>
              <a:off x="711518" y="1186402"/>
              <a:ext cx="18282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Include_once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2d568f6f8b8_0_71"/>
            <p:cNvSpPr/>
            <p:nvPr/>
          </p:nvSpPr>
          <p:spPr>
            <a:xfrm>
              <a:off x="825818" y="1875721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2d568f6f8b8_0_71"/>
            <p:cNvSpPr/>
            <p:nvPr/>
          </p:nvSpPr>
          <p:spPr>
            <a:xfrm>
              <a:off x="1169025" y="1500950"/>
              <a:ext cx="88692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800"/>
            </a:p>
            <a:p>
              <a:pPr indent="0" lvl="0" marL="0" marR="0" rtl="0" algn="l">
                <a:lnSpc>
                  <a:spcPct val="107916"/>
                </a:lnSpc>
                <a:spcBef>
                  <a:spcPts val="80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Mesma função do include, porém se o arquivo já foi incluído ele não será </a:t>
              </a:r>
              <a:r>
                <a:rPr lang="pt-BR" sz="1800">
                  <a:solidFill>
                    <a:schemeClr val="dk1"/>
                  </a:solidFill>
                </a:rPr>
                <a:t>novamente incluído.</a:t>
              </a:r>
              <a:endParaRPr sz="1800"/>
            </a:p>
          </p:txBody>
        </p:sp>
        <p:sp>
          <p:nvSpPr>
            <p:cNvPr id="340" name="Google Shape;340;g2d568f6f8b8_0_71"/>
            <p:cNvSpPr/>
            <p:nvPr/>
          </p:nvSpPr>
          <p:spPr>
            <a:xfrm>
              <a:off x="2242947" y="2166494"/>
              <a:ext cx="0" cy="2721547"/>
            </a:xfrm>
            <a:custGeom>
              <a:rect b="b" l="l" r="r" t="t"/>
              <a:pathLst>
                <a:path extrusionOk="0" h="2721547" w="120000">
                  <a:moveTo>
                    <a:pt x="0" y="0"/>
                  </a:moveTo>
                  <a:lnTo>
                    <a:pt x="0" y="2721547"/>
                  </a:lnTo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1" name="Google Shape;341;g2d568f6f8b8_0_71"/>
            <p:cNvSpPr/>
            <p:nvPr/>
          </p:nvSpPr>
          <p:spPr>
            <a:xfrm>
              <a:off x="7739126" y="2166494"/>
              <a:ext cx="0" cy="2721547"/>
            </a:xfrm>
            <a:custGeom>
              <a:rect b="b" l="l" r="r" t="t"/>
              <a:pathLst>
                <a:path extrusionOk="0" h="2721547" w="120000">
                  <a:moveTo>
                    <a:pt x="0" y="0"/>
                  </a:moveTo>
                  <a:lnTo>
                    <a:pt x="0" y="2721547"/>
                  </a:lnTo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2" name="Google Shape;342;g2d568f6f8b8_0_71"/>
            <p:cNvSpPr/>
            <p:nvPr/>
          </p:nvSpPr>
          <p:spPr>
            <a:xfrm>
              <a:off x="2236597" y="4868991"/>
              <a:ext cx="5508879" cy="0"/>
            </a:xfrm>
            <a:custGeom>
              <a:rect b="b" l="l" r="r" t="t"/>
              <a:pathLst>
                <a:path extrusionOk="0" h="120000" w="5508879">
                  <a:moveTo>
                    <a:pt x="0" y="0"/>
                  </a:moveTo>
                  <a:lnTo>
                    <a:pt x="5508879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3" name="Google Shape;343;g2d568f6f8b8_0_71"/>
            <p:cNvSpPr/>
            <p:nvPr/>
          </p:nvSpPr>
          <p:spPr>
            <a:xfrm>
              <a:off x="2336419" y="2269012"/>
              <a:ext cx="1884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4" name="Google Shape;344;g2d568f6f8b8_0_71"/>
            <p:cNvSpPr/>
            <p:nvPr/>
          </p:nvSpPr>
          <p:spPr>
            <a:xfrm>
              <a:off x="2479615" y="2269012"/>
              <a:ext cx="1884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?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5" name="Google Shape;345;g2d568f6f8b8_0_71"/>
            <p:cNvSpPr/>
            <p:nvPr/>
          </p:nvSpPr>
          <p:spPr>
            <a:xfrm>
              <a:off x="2622550" y="2269012"/>
              <a:ext cx="5562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php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6" name="Google Shape;346;g2d568f6f8b8_0_71"/>
            <p:cNvSpPr/>
            <p:nvPr/>
          </p:nvSpPr>
          <p:spPr>
            <a:xfrm>
              <a:off x="3041904" y="2574192"/>
              <a:ext cx="14943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$a = 10;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7" name="Google Shape;347;g2d568f6f8b8_0_71"/>
            <p:cNvSpPr/>
            <p:nvPr/>
          </p:nvSpPr>
          <p:spPr>
            <a:xfrm>
              <a:off x="3041904" y="2879373"/>
              <a:ext cx="14943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$b = 20;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8" name="Google Shape;348;g2d568f6f8b8_0_71"/>
            <p:cNvSpPr/>
            <p:nvPr/>
          </p:nvSpPr>
          <p:spPr>
            <a:xfrm>
              <a:off x="3041904" y="3184808"/>
              <a:ext cx="22299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include_once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9" name="Google Shape;349;g2d568f6f8b8_0_71"/>
            <p:cNvSpPr/>
            <p:nvPr/>
          </p:nvSpPr>
          <p:spPr>
            <a:xfrm>
              <a:off x="4719955" y="3184808"/>
              <a:ext cx="1884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0" name="Google Shape;350;g2d568f6f8b8_0_71"/>
            <p:cNvSpPr/>
            <p:nvPr/>
          </p:nvSpPr>
          <p:spPr>
            <a:xfrm>
              <a:off x="4863151" y="3184808"/>
              <a:ext cx="1884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'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1" name="Google Shape;351;g2d568f6f8b8_0_71"/>
            <p:cNvSpPr/>
            <p:nvPr/>
          </p:nvSpPr>
          <p:spPr>
            <a:xfrm>
              <a:off x="4996434" y="3184808"/>
              <a:ext cx="14943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soma.php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2" name="Google Shape;352;g2d568f6f8b8_0_71"/>
            <p:cNvSpPr/>
            <p:nvPr/>
          </p:nvSpPr>
          <p:spPr>
            <a:xfrm>
              <a:off x="6121654" y="3184808"/>
              <a:ext cx="5556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');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3" name="Google Shape;353;g2d568f6f8b8_0_71"/>
            <p:cNvSpPr/>
            <p:nvPr/>
          </p:nvSpPr>
          <p:spPr>
            <a:xfrm>
              <a:off x="3041904" y="3489862"/>
              <a:ext cx="14943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$a = 10;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4" name="Google Shape;354;g2d568f6f8b8_0_71"/>
            <p:cNvSpPr/>
            <p:nvPr/>
          </p:nvSpPr>
          <p:spPr>
            <a:xfrm>
              <a:off x="3041904" y="3794917"/>
              <a:ext cx="14943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$b = 10;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5" name="Google Shape;355;g2d568f6f8b8_0_71"/>
            <p:cNvSpPr/>
            <p:nvPr/>
          </p:nvSpPr>
          <p:spPr>
            <a:xfrm>
              <a:off x="3041904" y="4100351"/>
              <a:ext cx="22299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include_once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6" name="Google Shape;356;g2d568f6f8b8_0_71"/>
            <p:cNvSpPr/>
            <p:nvPr/>
          </p:nvSpPr>
          <p:spPr>
            <a:xfrm>
              <a:off x="4719955" y="4100351"/>
              <a:ext cx="1884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7" name="Google Shape;357;g2d568f6f8b8_0_71"/>
            <p:cNvSpPr/>
            <p:nvPr/>
          </p:nvSpPr>
          <p:spPr>
            <a:xfrm>
              <a:off x="4863151" y="4100351"/>
              <a:ext cx="1884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'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8" name="Google Shape;358;g2d568f6f8b8_0_71"/>
            <p:cNvSpPr/>
            <p:nvPr/>
          </p:nvSpPr>
          <p:spPr>
            <a:xfrm>
              <a:off x="4996434" y="4100351"/>
              <a:ext cx="14943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soma.php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9" name="Google Shape;359;g2d568f6f8b8_0_71"/>
            <p:cNvSpPr/>
            <p:nvPr/>
          </p:nvSpPr>
          <p:spPr>
            <a:xfrm>
              <a:off x="6121654" y="4100351"/>
              <a:ext cx="5556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');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0" name="Google Shape;360;g2d568f6f8b8_0_71"/>
            <p:cNvSpPr/>
            <p:nvPr/>
          </p:nvSpPr>
          <p:spPr>
            <a:xfrm>
              <a:off x="2336419" y="4405533"/>
              <a:ext cx="378900" cy="3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?&gt;</a:t>
              </a:r>
              <a:endParaRPr b="0" i="0" sz="2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66" name="Google Shape;366;g2d568f6f8b8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g2d568f6f8b8_0_75"/>
          <p:cNvGrpSpPr/>
          <p:nvPr/>
        </p:nvGrpSpPr>
        <p:grpSpPr>
          <a:xfrm>
            <a:off x="34925" y="6350"/>
            <a:ext cx="12523435" cy="5657850"/>
            <a:chOff x="0" y="0"/>
            <a:chExt cx="12523435" cy="5657850"/>
          </a:xfrm>
        </p:grpSpPr>
        <p:sp>
          <p:nvSpPr>
            <p:cNvPr id="368" name="Google Shape;368;g2d568f6f8b8_0_75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2d568f6f8b8_0_75"/>
            <p:cNvSpPr/>
            <p:nvPr/>
          </p:nvSpPr>
          <p:spPr>
            <a:xfrm>
              <a:off x="700088" y="311165"/>
              <a:ext cx="39291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2050"/>
                <a:buFont typeface="Arial"/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INCLUDES E REQUIRES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2d568f6f8b8_0_75"/>
            <p:cNvSpPr/>
            <p:nvPr/>
          </p:nvSpPr>
          <p:spPr>
            <a:xfrm>
              <a:off x="368300" y="1226914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2d568f6f8b8_0_75"/>
            <p:cNvSpPr/>
            <p:nvPr/>
          </p:nvSpPr>
          <p:spPr>
            <a:xfrm>
              <a:off x="711518" y="1186402"/>
              <a:ext cx="30570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require e require_once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2d568f6f8b8_0_75"/>
            <p:cNvSpPr/>
            <p:nvPr/>
          </p:nvSpPr>
          <p:spPr>
            <a:xfrm>
              <a:off x="825818" y="1856453"/>
              <a:ext cx="1839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2d568f6f8b8_0_75"/>
            <p:cNvSpPr/>
            <p:nvPr/>
          </p:nvSpPr>
          <p:spPr>
            <a:xfrm>
              <a:off x="1169035" y="1815940"/>
              <a:ext cx="113544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Mesmas funcionalidades do include e do include_once, porém, se o arquivo não for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g2d568f6f8b8_0_75"/>
            <p:cNvSpPr/>
            <p:nvPr/>
          </p:nvSpPr>
          <p:spPr>
            <a:xfrm>
              <a:off x="1169035" y="2130646"/>
              <a:ext cx="98823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encontrado será disparada uma exceção e a execução será interrompida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"/>
          <p:cNvSpPr/>
          <p:nvPr/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g_final.png" id="380" name="Google Shape;3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626" cy="567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0x010100AE27F99DF18A4341BE4054373105936F</vt:lpwstr>
  </property>
  <property fmtid="{D5CDD505-2E9C-101B-9397-08002B2CF9AE}" pid="3" name="Order">
    <vt:r8>1507300.0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