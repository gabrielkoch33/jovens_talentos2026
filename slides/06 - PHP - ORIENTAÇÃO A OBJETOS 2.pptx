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  <p:sldMasterId id="2147483661" r:id="rId4"/>
    <p:sldMasterId id="2147483674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5670550" cx="10080625"/>
  <p:notesSz cx="7559675" cy="10691800"/>
  <p:embeddedFontLst>
    <p:embeddedFont>
      <p:font typeface="Roboto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3" roundtripDataSignature="AMtx7mh7SZU5jd5Bv+xYLAYWGzRehcsZ8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bold.fntdata"/><Relationship Id="rId11" Type="http://schemas.openxmlformats.org/officeDocument/2006/relationships/slide" Target="slides/slide5.xml"/><Relationship Id="rId22" Type="http://schemas.openxmlformats.org/officeDocument/2006/relationships/font" Target="fonts/Roboto-boldItalic.fntdata"/><Relationship Id="rId10" Type="http://schemas.openxmlformats.org/officeDocument/2006/relationships/slide" Target="slides/slide4.xml"/><Relationship Id="rId21" Type="http://schemas.openxmlformats.org/officeDocument/2006/relationships/font" Target="fonts/Roboto-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23" Type="http://customschemas.google.com/relationships/presentationmetadata" Target="meta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3.xml"/><Relationship Id="rId19" Type="http://schemas.openxmlformats.org/officeDocument/2006/relationships/font" Target="fonts/Roboto-regular.fntdata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06487" y="812800"/>
            <a:ext cx="5343525" cy="40068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755650" y="5078412"/>
            <a:ext cx="6046787" cy="48101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 txBox="1"/>
          <p:nvPr>
            <p:ph idx="3" type="hdr"/>
          </p:nvPr>
        </p:nvSpPr>
        <p:spPr>
          <a:xfrm>
            <a:off x="0" y="0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" name="Google Shape;6;n"/>
          <p:cNvSpPr txBox="1"/>
          <p:nvPr>
            <p:ph idx="10" type="dt"/>
          </p:nvPr>
        </p:nvSpPr>
        <p:spPr>
          <a:xfrm>
            <a:off x="4278312" y="0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278312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pt-BR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:notes"/>
          <p:cNvSpPr/>
          <p:nvPr>
            <p:ph idx="2" type="sldImg"/>
          </p:nvPr>
        </p:nvSpPr>
        <p:spPr>
          <a:xfrm>
            <a:off x="217488" y="812800"/>
            <a:ext cx="7121525" cy="40068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5" name="Google Shape;255;p1:notes"/>
          <p:cNvSpPr txBox="1"/>
          <p:nvPr>
            <p:ph idx="1" type="body"/>
          </p:nvPr>
        </p:nvSpPr>
        <p:spPr>
          <a:xfrm>
            <a:off x="755650" y="5078412"/>
            <a:ext cx="6046800" cy="48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6" name="Google Shape;256;p1:notes"/>
          <p:cNvSpPr txBox="1"/>
          <p:nvPr>
            <p:ph idx="12" type="sldNum"/>
          </p:nvPr>
        </p:nvSpPr>
        <p:spPr>
          <a:xfrm>
            <a:off x="4278312" y="10156825"/>
            <a:ext cx="32799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pt-BR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:notes"/>
          <p:cNvSpPr txBox="1"/>
          <p:nvPr/>
        </p:nvSpPr>
        <p:spPr>
          <a:xfrm>
            <a:off x="4278312" y="10156825"/>
            <a:ext cx="32799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pt-BR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2:notes"/>
          <p:cNvSpPr/>
          <p:nvPr>
            <p:ph idx="2" type="sldImg"/>
          </p:nvPr>
        </p:nvSpPr>
        <p:spPr>
          <a:xfrm>
            <a:off x="217488" y="812800"/>
            <a:ext cx="7123112" cy="400843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262" name="Google Shape;262;p2:notes"/>
          <p:cNvSpPr txBox="1"/>
          <p:nvPr>
            <p:ph idx="1" type="body"/>
          </p:nvPr>
        </p:nvSpPr>
        <p:spPr>
          <a:xfrm>
            <a:off x="755650" y="5078412"/>
            <a:ext cx="6048300" cy="481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1531b2b32b_1_10:notes"/>
          <p:cNvSpPr txBox="1"/>
          <p:nvPr/>
        </p:nvSpPr>
        <p:spPr>
          <a:xfrm>
            <a:off x="4278312" y="10156825"/>
            <a:ext cx="32799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pt-BR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g31531b2b32b_1_10:notes"/>
          <p:cNvSpPr/>
          <p:nvPr>
            <p:ph idx="2" type="sldImg"/>
          </p:nvPr>
        </p:nvSpPr>
        <p:spPr>
          <a:xfrm>
            <a:off x="217488" y="812800"/>
            <a:ext cx="7123200" cy="4008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287" name="Google Shape;287;g31531b2b32b_1_10:notes"/>
          <p:cNvSpPr txBox="1"/>
          <p:nvPr>
            <p:ph idx="1" type="body"/>
          </p:nvPr>
        </p:nvSpPr>
        <p:spPr>
          <a:xfrm>
            <a:off x="755650" y="5078412"/>
            <a:ext cx="6048300" cy="481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31531b2b32b_1_39:notes"/>
          <p:cNvSpPr txBox="1"/>
          <p:nvPr/>
        </p:nvSpPr>
        <p:spPr>
          <a:xfrm>
            <a:off x="4278312" y="10156825"/>
            <a:ext cx="32799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pt-BR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g31531b2b32b_1_39:notes"/>
          <p:cNvSpPr/>
          <p:nvPr>
            <p:ph idx="2" type="sldImg"/>
          </p:nvPr>
        </p:nvSpPr>
        <p:spPr>
          <a:xfrm>
            <a:off x="217488" y="812800"/>
            <a:ext cx="7123200" cy="4008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315" name="Google Shape;315;g31531b2b32b_1_39:notes"/>
          <p:cNvSpPr txBox="1"/>
          <p:nvPr>
            <p:ph idx="1" type="body"/>
          </p:nvPr>
        </p:nvSpPr>
        <p:spPr>
          <a:xfrm>
            <a:off x="755650" y="5078412"/>
            <a:ext cx="6048300" cy="481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31531b2b32b_1_69:notes"/>
          <p:cNvSpPr txBox="1"/>
          <p:nvPr/>
        </p:nvSpPr>
        <p:spPr>
          <a:xfrm>
            <a:off x="4278312" y="10156825"/>
            <a:ext cx="32799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pt-BR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g31531b2b32b_1_69:notes"/>
          <p:cNvSpPr/>
          <p:nvPr>
            <p:ph idx="2" type="sldImg"/>
          </p:nvPr>
        </p:nvSpPr>
        <p:spPr>
          <a:xfrm>
            <a:off x="217488" y="812800"/>
            <a:ext cx="7123200" cy="4008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338" name="Google Shape;338;g31531b2b32b_1_69:notes"/>
          <p:cNvSpPr txBox="1"/>
          <p:nvPr>
            <p:ph idx="1" type="body"/>
          </p:nvPr>
        </p:nvSpPr>
        <p:spPr>
          <a:xfrm>
            <a:off x="755650" y="5078412"/>
            <a:ext cx="6048300" cy="481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31531b2b32b_1_94:notes"/>
          <p:cNvSpPr txBox="1"/>
          <p:nvPr/>
        </p:nvSpPr>
        <p:spPr>
          <a:xfrm>
            <a:off x="4278312" y="10156825"/>
            <a:ext cx="32799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pt-BR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g31531b2b32b_1_94:notes"/>
          <p:cNvSpPr/>
          <p:nvPr>
            <p:ph idx="2" type="sldImg"/>
          </p:nvPr>
        </p:nvSpPr>
        <p:spPr>
          <a:xfrm>
            <a:off x="217488" y="812800"/>
            <a:ext cx="7123200" cy="4008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362" name="Google Shape;362;g31531b2b32b_1_94:notes"/>
          <p:cNvSpPr txBox="1"/>
          <p:nvPr>
            <p:ph idx="1" type="body"/>
          </p:nvPr>
        </p:nvSpPr>
        <p:spPr>
          <a:xfrm>
            <a:off x="755650" y="5078412"/>
            <a:ext cx="6048300" cy="481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31531b2b32b_1_119:notes"/>
          <p:cNvSpPr txBox="1"/>
          <p:nvPr/>
        </p:nvSpPr>
        <p:spPr>
          <a:xfrm>
            <a:off x="4278312" y="10156825"/>
            <a:ext cx="32799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pt-BR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g31531b2b32b_1_119:notes"/>
          <p:cNvSpPr/>
          <p:nvPr>
            <p:ph idx="2" type="sldImg"/>
          </p:nvPr>
        </p:nvSpPr>
        <p:spPr>
          <a:xfrm>
            <a:off x="217488" y="812800"/>
            <a:ext cx="7123200" cy="4008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396" name="Google Shape;396;g31531b2b32b_1_119:notes"/>
          <p:cNvSpPr txBox="1"/>
          <p:nvPr>
            <p:ph idx="1" type="body"/>
          </p:nvPr>
        </p:nvSpPr>
        <p:spPr>
          <a:xfrm>
            <a:off x="755650" y="5078412"/>
            <a:ext cx="6048300" cy="481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31531b2b32b_1_154:notes"/>
          <p:cNvSpPr txBox="1"/>
          <p:nvPr/>
        </p:nvSpPr>
        <p:spPr>
          <a:xfrm>
            <a:off x="4278312" y="10156825"/>
            <a:ext cx="32799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pt-BR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g31531b2b32b_1_154:notes"/>
          <p:cNvSpPr/>
          <p:nvPr>
            <p:ph idx="2" type="sldImg"/>
          </p:nvPr>
        </p:nvSpPr>
        <p:spPr>
          <a:xfrm>
            <a:off x="217488" y="812800"/>
            <a:ext cx="7123200" cy="4008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420" name="Google Shape;420;g31531b2b32b_1_154:notes"/>
          <p:cNvSpPr txBox="1"/>
          <p:nvPr>
            <p:ph idx="1" type="body"/>
          </p:nvPr>
        </p:nvSpPr>
        <p:spPr>
          <a:xfrm>
            <a:off x="755650" y="5078412"/>
            <a:ext cx="6048300" cy="481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31531b2b32b_1_180:notes"/>
          <p:cNvSpPr txBox="1"/>
          <p:nvPr/>
        </p:nvSpPr>
        <p:spPr>
          <a:xfrm>
            <a:off x="4278312" y="10156825"/>
            <a:ext cx="32799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pt-BR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7" name="Google Shape;437;g31531b2b32b_1_180:notes"/>
          <p:cNvSpPr/>
          <p:nvPr>
            <p:ph idx="2" type="sldImg"/>
          </p:nvPr>
        </p:nvSpPr>
        <p:spPr>
          <a:xfrm>
            <a:off x="217488" y="812800"/>
            <a:ext cx="7123200" cy="4008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438" name="Google Shape;438;g31531b2b32b_1_180:notes"/>
          <p:cNvSpPr txBox="1"/>
          <p:nvPr>
            <p:ph idx="1" type="body"/>
          </p:nvPr>
        </p:nvSpPr>
        <p:spPr>
          <a:xfrm>
            <a:off x="755650" y="5078412"/>
            <a:ext cx="6048300" cy="481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31531b2b32b_1_204:notes"/>
          <p:cNvSpPr txBox="1"/>
          <p:nvPr/>
        </p:nvSpPr>
        <p:spPr>
          <a:xfrm>
            <a:off x="4278312" y="10156825"/>
            <a:ext cx="32799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pt-BR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6" name="Google Shape;456;g31531b2b32b_1_204:notes"/>
          <p:cNvSpPr/>
          <p:nvPr>
            <p:ph idx="2" type="sldImg"/>
          </p:nvPr>
        </p:nvSpPr>
        <p:spPr>
          <a:xfrm>
            <a:off x="217488" y="812800"/>
            <a:ext cx="7123200" cy="4008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457" name="Google Shape;457;g31531b2b32b_1_204:notes"/>
          <p:cNvSpPr txBox="1"/>
          <p:nvPr>
            <p:ph idx="1" type="body"/>
          </p:nvPr>
        </p:nvSpPr>
        <p:spPr>
          <a:xfrm>
            <a:off x="755650" y="5078412"/>
            <a:ext cx="6048300" cy="481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g31531b2b32b_1_225:notes"/>
          <p:cNvSpPr txBox="1"/>
          <p:nvPr/>
        </p:nvSpPr>
        <p:spPr>
          <a:xfrm>
            <a:off x="4278312" y="10156825"/>
            <a:ext cx="32799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pt-BR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0" name="Google Shape;480;g31531b2b32b_1_225:notes"/>
          <p:cNvSpPr/>
          <p:nvPr>
            <p:ph idx="2" type="sldImg"/>
          </p:nvPr>
        </p:nvSpPr>
        <p:spPr>
          <a:xfrm>
            <a:off x="217488" y="812800"/>
            <a:ext cx="7123200" cy="4008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481" name="Google Shape;481;g31531b2b32b_1_225:notes"/>
          <p:cNvSpPr txBox="1"/>
          <p:nvPr>
            <p:ph idx="1" type="body"/>
          </p:nvPr>
        </p:nvSpPr>
        <p:spPr>
          <a:xfrm>
            <a:off x="755650" y="5078412"/>
            <a:ext cx="6048300" cy="481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22:notes"/>
          <p:cNvSpPr txBox="1"/>
          <p:nvPr>
            <p:ph idx="1" type="body"/>
          </p:nvPr>
        </p:nvSpPr>
        <p:spPr>
          <a:xfrm>
            <a:off x="755650" y="5078412"/>
            <a:ext cx="6046787" cy="48101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02" name="Google Shape;502;p22:notes"/>
          <p:cNvSpPr/>
          <p:nvPr>
            <p:ph idx="2" type="sldImg"/>
          </p:nvPr>
        </p:nvSpPr>
        <p:spPr>
          <a:xfrm>
            <a:off x="217488" y="812800"/>
            <a:ext cx="7121525" cy="40068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objecto" type="obj">
  <p:cSld name="OBJEC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4"/>
          <p:cNvSpPr txBox="1"/>
          <p:nvPr>
            <p:ph type="title"/>
          </p:nvPr>
        </p:nvSpPr>
        <p:spPr>
          <a:xfrm>
            <a:off x="503237" y="225425"/>
            <a:ext cx="9069300" cy="94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" name="Google Shape;17;p24"/>
          <p:cNvSpPr txBox="1"/>
          <p:nvPr>
            <p:ph idx="1" type="body"/>
          </p:nvPr>
        </p:nvSpPr>
        <p:spPr>
          <a:xfrm>
            <a:off x="503237" y="1327150"/>
            <a:ext cx="9069300" cy="32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" name="Google Shape;18;p24"/>
          <p:cNvSpPr txBox="1"/>
          <p:nvPr>
            <p:ph idx="10" type="dt"/>
          </p:nvPr>
        </p:nvSpPr>
        <p:spPr>
          <a:xfrm>
            <a:off x="50323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" name="Google Shape;19;p24"/>
          <p:cNvSpPr txBox="1"/>
          <p:nvPr>
            <p:ph idx="11" type="ftr"/>
          </p:nvPr>
        </p:nvSpPr>
        <p:spPr>
          <a:xfrm>
            <a:off x="3448050" y="5165725"/>
            <a:ext cx="31941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" name="Google Shape;20;p24"/>
          <p:cNvSpPr txBox="1"/>
          <p:nvPr>
            <p:ph idx="12" type="sldNum"/>
          </p:nvPr>
        </p:nvSpPr>
        <p:spPr>
          <a:xfrm>
            <a:off x="722788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squema Personalizado">
  <p:cSld name="Esquema Personalizado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0"/>
          <p:cNvSpPr txBox="1"/>
          <p:nvPr>
            <p:ph type="title"/>
          </p:nvPr>
        </p:nvSpPr>
        <p:spPr>
          <a:xfrm>
            <a:off x="503238" y="225425"/>
            <a:ext cx="9069300" cy="94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3" name="Google Shape;23;p40"/>
          <p:cNvSpPr txBox="1"/>
          <p:nvPr>
            <p:ph idx="10" type="dt"/>
          </p:nvPr>
        </p:nvSpPr>
        <p:spPr>
          <a:xfrm>
            <a:off x="50323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4" name="Google Shape;24;p40"/>
          <p:cNvSpPr txBox="1"/>
          <p:nvPr>
            <p:ph idx="11" type="ftr"/>
          </p:nvPr>
        </p:nvSpPr>
        <p:spPr>
          <a:xfrm>
            <a:off x="3448050" y="5165725"/>
            <a:ext cx="31941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5" name="Google Shape;25;p40"/>
          <p:cNvSpPr txBox="1"/>
          <p:nvPr>
            <p:ph idx="12" type="sldNum"/>
          </p:nvPr>
        </p:nvSpPr>
        <p:spPr>
          <a:xfrm>
            <a:off x="722788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26" name="Google Shape;26;p4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3175"/>
            <a:ext cx="10080626" cy="56583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type="blank">
  <p:cSld name="BLANK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1"/>
          <p:cNvSpPr txBox="1"/>
          <p:nvPr>
            <p:ph idx="10" type="dt"/>
          </p:nvPr>
        </p:nvSpPr>
        <p:spPr>
          <a:xfrm>
            <a:off x="50323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9" name="Google Shape;29;p41"/>
          <p:cNvSpPr txBox="1"/>
          <p:nvPr>
            <p:ph idx="11" type="ftr"/>
          </p:nvPr>
        </p:nvSpPr>
        <p:spPr>
          <a:xfrm>
            <a:off x="3448050" y="5165725"/>
            <a:ext cx="31941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0" name="Google Shape;30;p41"/>
          <p:cNvSpPr txBox="1"/>
          <p:nvPr>
            <p:ph idx="12" type="sldNum"/>
          </p:nvPr>
        </p:nvSpPr>
        <p:spPr>
          <a:xfrm>
            <a:off x="722788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e texto" type="vertTitleAndTx">
  <p:cSld name="VERTICAL_TITLE_AND_VERTICAL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42"/>
          <p:cNvSpPr txBox="1"/>
          <p:nvPr>
            <p:ph type="title"/>
          </p:nvPr>
        </p:nvSpPr>
        <p:spPr>
          <a:xfrm rot="5400000">
            <a:off x="6244575" y="1286675"/>
            <a:ext cx="4389300" cy="22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3" name="Google Shape;33;p42"/>
          <p:cNvSpPr txBox="1"/>
          <p:nvPr>
            <p:ph idx="1" type="body"/>
          </p:nvPr>
        </p:nvSpPr>
        <p:spPr>
          <a:xfrm rot="5400000">
            <a:off x="1633574" y="-904975"/>
            <a:ext cx="4389300" cy="66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4" name="Google Shape;34;p42"/>
          <p:cNvSpPr txBox="1"/>
          <p:nvPr>
            <p:ph idx="10" type="dt"/>
          </p:nvPr>
        </p:nvSpPr>
        <p:spPr>
          <a:xfrm>
            <a:off x="50323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5" name="Google Shape;35;p42"/>
          <p:cNvSpPr txBox="1"/>
          <p:nvPr>
            <p:ph idx="11" type="ftr"/>
          </p:nvPr>
        </p:nvSpPr>
        <p:spPr>
          <a:xfrm>
            <a:off x="3448050" y="5165725"/>
            <a:ext cx="31941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6" name="Google Shape;36;p42"/>
          <p:cNvSpPr txBox="1"/>
          <p:nvPr>
            <p:ph idx="12" type="sldNum"/>
          </p:nvPr>
        </p:nvSpPr>
        <p:spPr>
          <a:xfrm>
            <a:off x="722788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43"/>
          <p:cNvSpPr txBox="1"/>
          <p:nvPr>
            <p:ph type="title"/>
          </p:nvPr>
        </p:nvSpPr>
        <p:spPr>
          <a:xfrm>
            <a:off x="503237" y="225425"/>
            <a:ext cx="9069300" cy="94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9" name="Google Shape;39;p43"/>
          <p:cNvSpPr txBox="1"/>
          <p:nvPr>
            <p:ph idx="1" type="body"/>
          </p:nvPr>
        </p:nvSpPr>
        <p:spPr>
          <a:xfrm rot="5400000">
            <a:off x="3394124" y="-1563650"/>
            <a:ext cx="3287700" cy="90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0" name="Google Shape;40;p43"/>
          <p:cNvSpPr txBox="1"/>
          <p:nvPr>
            <p:ph idx="10" type="dt"/>
          </p:nvPr>
        </p:nvSpPr>
        <p:spPr>
          <a:xfrm>
            <a:off x="50323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1" name="Google Shape;41;p43"/>
          <p:cNvSpPr txBox="1"/>
          <p:nvPr>
            <p:ph idx="11" type="ftr"/>
          </p:nvPr>
        </p:nvSpPr>
        <p:spPr>
          <a:xfrm>
            <a:off x="3448050" y="5165725"/>
            <a:ext cx="31941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2" name="Google Shape;42;p43"/>
          <p:cNvSpPr txBox="1"/>
          <p:nvPr>
            <p:ph idx="12" type="sldNum"/>
          </p:nvPr>
        </p:nvSpPr>
        <p:spPr>
          <a:xfrm>
            <a:off x="722788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44"/>
          <p:cNvSpPr txBox="1"/>
          <p:nvPr>
            <p:ph type="title"/>
          </p:nvPr>
        </p:nvSpPr>
        <p:spPr>
          <a:xfrm>
            <a:off x="1976438" y="3968750"/>
            <a:ext cx="6048300" cy="46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5" name="Google Shape;45;p44"/>
          <p:cNvSpPr/>
          <p:nvPr>
            <p:ph idx="2" type="pic"/>
          </p:nvPr>
        </p:nvSpPr>
        <p:spPr>
          <a:xfrm>
            <a:off x="1976438" y="506413"/>
            <a:ext cx="6048300" cy="3402000"/>
          </a:xfrm>
          <a:prstGeom prst="rect">
            <a:avLst/>
          </a:prstGeom>
          <a:noFill/>
          <a:ln>
            <a:noFill/>
          </a:ln>
        </p:spPr>
      </p:sp>
      <p:sp>
        <p:nvSpPr>
          <p:cNvPr id="46" name="Google Shape;46;p44"/>
          <p:cNvSpPr txBox="1"/>
          <p:nvPr>
            <p:ph idx="1" type="body"/>
          </p:nvPr>
        </p:nvSpPr>
        <p:spPr>
          <a:xfrm>
            <a:off x="1976438" y="4438650"/>
            <a:ext cx="6048300" cy="6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7" name="Google Shape;47;p44"/>
          <p:cNvSpPr txBox="1"/>
          <p:nvPr>
            <p:ph idx="10" type="dt"/>
          </p:nvPr>
        </p:nvSpPr>
        <p:spPr>
          <a:xfrm>
            <a:off x="50323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8" name="Google Shape;48;p44"/>
          <p:cNvSpPr txBox="1"/>
          <p:nvPr>
            <p:ph idx="11" type="ftr"/>
          </p:nvPr>
        </p:nvSpPr>
        <p:spPr>
          <a:xfrm>
            <a:off x="3448050" y="5165725"/>
            <a:ext cx="31941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9" name="Google Shape;49;p44"/>
          <p:cNvSpPr txBox="1"/>
          <p:nvPr>
            <p:ph idx="12" type="sldNum"/>
          </p:nvPr>
        </p:nvSpPr>
        <p:spPr>
          <a:xfrm>
            <a:off x="722788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45"/>
          <p:cNvSpPr txBox="1"/>
          <p:nvPr>
            <p:ph type="title"/>
          </p:nvPr>
        </p:nvSpPr>
        <p:spPr>
          <a:xfrm>
            <a:off x="504825" y="225425"/>
            <a:ext cx="3316200" cy="960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45"/>
          <p:cNvSpPr txBox="1"/>
          <p:nvPr>
            <p:ph idx="1" type="body"/>
          </p:nvPr>
        </p:nvSpPr>
        <p:spPr>
          <a:xfrm>
            <a:off x="3941763" y="225425"/>
            <a:ext cx="5635500" cy="48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Google Shape;53;p45"/>
          <p:cNvSpPr txBox="1"/>
          <p:nvPr>
            <p:ph idx="2" type="body"/>
          </p:nvPr>
        </p:nvSpPr>
        <p:spPr>
          <a:xfrm>
            <a:off x="504825" y="1185863"/>
            <a:ext cx="3316200" cy="387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4" name="Google Shape;54;p45"/>
          <p:cNvSpPr txBox="1"/>
          <p:nvPr>
            <p:ph idx="10" type="dt"/>
          </p:nvPr>
        </p:nvSpPr>
        <p:spPr>
          <a:xfrm>
            <a:off x="50323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5" name="Google Shape;55;p45"/>
          <p:cNvSpPr txBox="1"/>
          <p:nvPr>
            <p:ph idx="11" type="ftr"/>
          </p:nvPr>
        </p:nvSpPr>
        <p:spPr>
          <a:xfrm>
            <a:off x="3448050" y="5165725"/>
            <a:ext cx="31941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6" name="Google Shape;56;p45"/>
          <p:cNvSpPr txBox="1"/>
          <p:nvPr>
            <p:ph idx="12" type="sldNum"/>
          </p:nvPr>
        </p:nvSpPr>
        <p:spPr>
          <a:xfrm>
            <a:off x="722788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ó título" type="titleOnly">
  <p:cSld name="TITLE_ONLY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6"/>
          <p:cNvSpPr txBox="1"/>
          <p:nvPr>
            <p:ph type="title"/>
          </p:nvPr>
        </p:nvSpPr>
        <p:spPr>
          <a:xfrm>
            <a:off x="503237" y="225425"/>
            <a:ext cx="9069300" cy="94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9" name="Google Shape;59;p46"/>
          <p:cNvSpPr txBox="1"/>
          <p:nvPr>
            <p:ph idx="10" type="dt"/>
          </p:nvPr>
        </p:nvSpPr>
        <p:spPr>
          <a:xfrm>
            <a:off x="50323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0" name="Google Shape;60;p46"/>
          <p:cNvSpPr txBox="1"/>
          <p:nvPr>
            <p:ph idx="11" type="ftr"/>
          </p:nvPr>
        </p:nvSpPr>
        <p:spPr>
          <a:xfrm>
            <a:off x="3448050" y="5165725"/>
            <a:ext cx="31941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1" name="Google Shape;61;p46"/>
          <p:cNvSpPr txBox="1"/>
          <p:nvPr>
            <p:ph idx="12" type="sldNum"/>
          </p:nvPr>
        </p:nvSpPr>
        <p:spPr>
          <a:xfrm>
            <a:off x="722788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47"/>
          <p:cNvSpPr txBox="1"/>
          <p:nvPr>
            <p:ph type="title"/>
          </p:nvPr>
        </p:nvSpPr>
        <p:spPr>
          <a:xfrm>
            <a:off x="504825" y="227013"/>
            <a:ext cx="9072600" cy="94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4" name="Google Shape;64;p47"/>
          <p:cNvSpPr txBox="1"/>
          <p:nvPr>
            <p:ph idx="1" type="body"/>
          </p:nvPr>
        </p:nvSpPr>
        <p:spPr>
          <a:xfrm>
            <a:off x="504825" y="1270000"/>
            <a:ext cx="44529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5" name="Google Shape;65;p47"/>
          <p:cNvSpPr txBox="1"/>
          <p:nvPr>
            <p:ph idx="2" type="body"/>
          </p:nvPr>
        </p:nvSpPr>
        <p:spPr>
          <a:xfrm>
            <a:off x="504825" y="1798638"/>
            <a:ext cx="4452900" cy="32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6" name="Google Shape;66;p47"/>
          <p:cNvSpPr txBox="1"/>
          <p:nvPr>
            <p:ph idx="3" type="body"/>
          </p:nvPr>
        </p:nvSpPr>
        <p:spPr>
          <a:xfrm>
            <a:off x="5121275" y="1270000"/>
            <a:ext cx="44562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7" name="Google Shape;67;p47"/>
          <p:cNvSpPr txBox="1"/>
          <p:nvPr>
            <p:ph idx="4" type="body"/>
          </p:nvPr>
        </p:nvSpPr>
        <p:spPr>
          <a:xfrm>
            <a:off x="5121275" y="1798638"/>
            <a:ext cx="4456200" cy="32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8" name="Google Shape;68;p47"/>
          <p:cNvSpPr txBox="1"/>
          <p:nvPr>
            <p:ph idx="10" type="dt"/>
          </p:nvPr>
        </p:nvSpPr>
        <p:spPr>
          <a:xfrm>
            <a:off x="50323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9" name="Google Shape;69;p47"/>
          <p:cNvSpPr txBox="1"/>
          <p:nvPr>
            <p:ph idx="11" type="ftr"/>
          </p:nvPr>
        </p:nvSpPr>
        <p:spPr>
          <a:xfrm>
            <a:off x="3448050" y="5165725"/>
            <a:ext cx="31941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0" name="Google Shape;70;p47"/>
          <p:cNvSpPr txBox="1"/>
          <p:nvPr>
            <p:ph idx="12" type="sldNum"/>
          </p:nvPr>
        </p:nvSpPr>
        <p:spPr>
          <a:xfrm>
            <a:off x="722788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Duplo" type="twoObj">
  <p:cSld name="TWO_OBJECTS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8"/>
          <p:cNvSpPr txBox="1"/>
          <p:nvPr>
            <p:ph type="title"/>
          </p:nvPr>
        </p:nvSpPr>
        <p:spPr>
          <a:xfrm>
            <a:off x="503237" y="225425"/>
            <a:ext cx="9069300" cy="94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3" name="Google Shape;73;p48"/>
          <p:cNvSpPr txBox="1"/>
          <p:nvPr>
            <p:ph idx="1" type="body"/>
          </p:nvPr>
        </p:nvSpPr>
        <p:spPr>
          <a:xfrm>
            <a:off x="503238" y="1327150"/>
            <a:ext cx="4457700" cy="32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4" name="Google Shape;74;p48"/>
          <p:cNvSpPr txBox="1"/>
          <p:nvPr>
            <p:ph idx="2" type="body"/>
          </p:nvPr>
        </p:nvSpPr>
        <p:spPr>
          <a:xfrm>
            <a:off x="5113338" y="1327150"/>
            <a:ext cx="4459200" cy="32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5" name="Google Shape;75;p48"/>
          <p:cNvSpPr txBox="1"/>
          <p:nvPr>
            <p:ph idx="10" type="dt"/>
          </p:nvPr>
        </p:nvSpPr>
        <p:spPr>
          <a:xfrm>
            <a:off x="50323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6" name="Google Shape;76;p48"/>
          <p:cNvSpPr txBox="1"/>
          <p:nvPr>
            <p:ph idx="11" type="ftr"/>
          </p:nvPr>
        </p:nvSpPr>
        <p:spPr>
          <a:xfrm>
            <a:off x="3448050" y="5165725"/>
            <a:ext cx="31941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7" name="Google Shape;77;p48"/>
          <p:cNvSpPr txBox="1"/>
          <p:nvPr>
            <p:ph idx="12" type="sldNum"/>
          </p:nvPr>
        </p:nvSpPr>
        <p:spPr>
          <a:xfrm>
            <a:off x="722788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cção" type="secHead">
  <p:cSld name="SECTION_HEADER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9"/>
          <p:cNvSpPr txBox="1"/>
          <p:nvPr>
            <p:ph type="title"/>
          </p:nvPr>
        </p:nvSpPr>
        <p:spPr>
          <a:xfrm>
            <a:off x="796925" y="3643313"/>
            <a:ext cx="8567700" cy="11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0" name="Google Shape;80;p49"/>
          <p:cNvSpPr txBox="1"/>
          <p:nvPr>
            <p:ph idx="1" type="body"/>
          </p:nvPr>
        </p:nvSpPr>
        <p:spPr>
          <a:xfrm>
            <a:off x="796925" y="2403475"/>
            <a:ext cx="8567700" cy="12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1" name="Google Shape;81;p49"/>
          <p:cNvSpPr txBox="1"/>
          <p:nvPr>
            <p:ph idx="10" type="dt"/>
          </p:nvPr>
        </p:nvSpPr>
        <p:spPr>
          <a:xfrm>
            <a:off x="50323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2" name="Google Shape;82;p49"/>
          <p:cNvSpPr txBox="1"/>
          <p:nvPr>
            <p:ph idx="11" type="ftr"/>
          </p:nvPr>
        </p:nvSpPr>
        <p:spPr>
          <a:xfrm>
            <a:off x="3448050" y="5165725"/>
            <a:ext cx="31941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3" name="Google Shape;83;p49"/>
          <p:cNvSpPr txBox="1"/>
          <p:nvPr>
            <p:ph idx="12" type="sldNum"/>
          </p:nvPr>
        </p:nvSpPr>
        <p:spPr>
          <a:xfrm>
            <a:off x="722788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o de título" type="title">
  <p:cSld name="TITLE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50"/>
          <p:cNvSpPr txBox="1"/>
          <p:nvPr>
            <p:ph type="ctrTitle"/>
          </p:nvPr>
        </p:nvSpPr>
        <p:spPr>
          <a:xfrm>
            <a:off x="755650" y="1762125"/>
            <a:ext cx="8569200" cy="12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6" name="Google Shape;86;p50"/>
          <p:cNvSpPr txBox="1"/>
          <p:nvPr>
            <p:ph idx="1" type="subTitle"/>
          </p:nvPr>
        </p:nvSpPr>
        <p:spPr>
          <a:xfrm>
            <a:off x="1512888" y="3213100"/>
            <a:ext cx="7056300" cy="14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Times New Roman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7" name="Google Shape;87;p50"/>
          <p:cNvSpPr txBox="1"/>
          <p:nvPr>
            <p:ph idx="10" type="dt"/>
          </p:nvPr>
        </p:nvSpPr>
        <p:spPr>
          <a:xfrm>
            <a:off x="50323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8" name="Google Shape;88;p50"/>
          <p:cNvSpPr txBox="1"/>
          <p:nvPr>
            <p:ph idx="11" type="ftr"/>
          </p:nvPr>
        </p:nvSpPr>
        <p:spPr>
          <a:xfrm>
            <a:off x="3448050" y="5165725"/>
            <a:ext cx="31941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9" name="Google Shape;89;p50"/>
          <p:cNvSpPr txBox="1"/>
          <p:nvPr>
            <p:ph idx="12" type="sldNum"/>
          </p:nvPr>
        </p:nvSpPr>
        <p:spPr>
          <a:xfrm>
            <a:off x="722788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objecto" type="obj">
  <p:cSld name="OBJECT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6"/>
          <p:cNvSpPr txBox="1"/>
          <p:nvPr>
            <p:ph type="title"/>
          </p:nvPr>
        </p:nvSpPr>
        <p:spPr>
          <a:xfrm>
            <a:off x="503237" y="225425"/>
            <a:ext cx="9069300" cy="94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8" name="Google Shape;98;p26"/>
          <p:cNvSpPr txBox="1"/>
          <p:nvPr>
            <p:ph idx="1" type="body"/>
          </p:nvPr>
        </p:nvSpPr>
        <p:spPr>
          <a:xfrm>
            <a:off x="503237" y="1327150"/>
            <a:ext cx="9069300" cy="32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9" name="Google Shape;99;p26"/>
          <p:cNvSpPr txBox="1"/>
          <p:nvPr>
            <p:ph idx="10" type="dt"/>
          </p:nvPr>
        </p:nvSpPr>
        <p:spPr>
          <a:xfrm>
            <a:off x="50323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0" name="Google Shape;100;p26"/>
          <p:cNvSpPr txBox="1"/>
          <p:nvPr>
            <p:ph idx="11" type="ftr"/>
          </p:nvPr>
        </p:nvSpPr>
        <p:spPr>
          <a:xfrm>
            <a:off x="3448050" y="5165725"/>
            <a:ext cx="31941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1" name="Google Shape;101;p26"/>
          <p:cNvSpPr txBox="1"/>
          <p:nvPr>
            <p:ph idx="12" type="sldNum"/>
          </p:nvPr>
        </p:nvSpPr>
        <p:spPr>
          <a:xfrm>
            <a:off x="722788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squema Personalizado">
  <p:cSld name="Esquema Personalizado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51"/>
          <p:cNvSpPr txBox="1"/>
          <p:nvPr>
            <p:ph type="title"/>
          </p:nvPr>
        </p:nvSpPr>
        <p:spPr>
          <a:xfrm>
            <a:off x="503238" y="225425"/>
            <a:ext cx="9069300" cy="94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4" name="Google Shape;104;p51"/>
          <p:cNvSpPr txBox="1"/>
          <p:nvPr>
            <p:ph idx="10" type="dt"/>
          </p:nvPr>
        </p:nvSpPr>
        <p:spPr>
          <a:xfrm>
            <a:off x="50323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5" name="Google Shape;105;p51"/>
          <p:cNvSpPr txBox="1"/>
          <p:nvPr>
            <p:ph idx="11" type="ftr"/>
          </p:nvPr>
        </p:nvSpPr>
        <p:spPr>
          <a:xfrm>
            <a:off x="3448050" y="5165725"/>
            <a:ext cx="31941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6" name="Google Shape;106;p51"/>
          <p:cNvSpPr txBox="1"/>
          <p:nvPr>
            <p:ph idx="12" type="sldNum"/>
          </p:nvPr>
        </p:nvSpPr>
        <p:spPr>
          <a:xfrm>
            <a:off x="722788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07" name="Google Shape;107;p5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3175"/>
            <a:ext cx="9981775" cy="56583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e texto" type="vertTitleAndTx">
  <p:cSld name="VERTICAL_TITLE_AND_VERTICAL_TEXT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2"/>
          <p:cNvSpPr txBox="1"/>
          <p:nvPr>
            <p:ph type="title"/>
          </p:nvPr>
        </p:nvSpPr>
        <p:spPr>
          <a:xfrm rot="5400000">
            <a:off x="6244575" y="1286675"/>
            <a:ext cx="4389300" cy="22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0" name="Google Shape;110;p52"/>
          <p:cNvSpPr txBox="1"/>
          <p:nvPr>
            <p:ph idx="1" type="body"/>
          </p:nvPr>
        </p:nvSpPr>
        <p:spPr>
          <a:xfrm rot="5400000">
            <a:off x="1633574" y="-904975"/>
            <a:ext cx="4389300" cy="66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1" name="Google Shape;111;p52"/>
          <p:cNvSpPr txBox="1"/>
          <p:nvPr>
            <p:ph idx="10" type="dt"/>
          </p:nvPr>
        </p:nvSpPr>
        <p:spPr>
          <a:xfrm>
            <a:off x="50323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2" name="Google Shape;112;p52"/>
          <p:cNvSpPr txBox="1"/>
          <p:nvPr>
            <p:ph idx="11" type="ftr"/>
          </p:nvPr>
        </p:nvSpPr>
        <p:spPr>
          <a:xfrm>
            <a:off x="3448050" y="5165725"/>
            <a:ext cx="31941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3" name="Google Shape;113;p52"/>
          <p:cNvSpPr txBox="1"/>
          <p:nvPr>
            <p:ph idx="12" type="sldNum"/>
          </p:nvPr>
        </p:nvSpPr>
        <p:spPr>
          <a:xfrm>
            <a:off x="722788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3"/>
          <p:cNvSpPr txBox="1"/>
          <p:nvPr>
            <p:ph type="title"/>
          </p:nvPr>
        </p:nvSpPr>
        <p:spPr>
          <a:xfrm>
            <a:off x="503237" y="225425"/>
            <a:ext cx="9069300" cy="94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6" name="Google Shape;116;p53"/>
          <p:cNvSpPr txBox="1"/>
          <p:nvPr>
            <p:ph idx="1" type="body"/>
          </p:nvPr>
        </p:nvSpPr>
        <p:spPr>
          <a:xfrm rot="5400000">
            <a:off x="3394124" y="-1563650"/>
            <a:ext cx="3287700" cy="90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7" name="Google Shape;117;p53"/>
          <p:cNvSpPr txBox="1"/>
          <p:nvPr>
            <p:ph idx="10" type="dt"/>
          </p:nvPr>
        </p:nvSpPr>
        <p:spPr>
          <a:xfrm>
            <a:off x="50323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8" name="Google Shape;118;p53"/>
          <p:cNvSpPr txBox="1"/>
          <p:nvPr>
            <p:ph idx="11" type="ftr"/>
          </p:nvPr>
        </p:nvSpPr>
        <p:spPr>
          <a:xfrm>
            <a:off x="3448050" y="5165725"/>
            <a:ext cx="31941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9" name="Google Shape;119;p53"/>
          <p:cNvSpPr txBox="1"/>
          <p:nvPr>
            <p:ph idx="12" type="sldNum"/>
          </p:nvPr>
        </p:nvSpPr>
        <p:spPr>
          <a:xfrm>
            <a:off x="722788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4"/>
          <p:cNvSpPr txBox="1"/>
          <p:nvPr>
            <p:ph type="title"/>
          </p:nvPr>
        </p:nvSpPr>
        <p:spPr>
          <a:xfrm>
            <a:off x="1976438" y="3968750"/>
            <a:ext cx="6048300" cy="46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2" name="Google Shape;122;p54"/>
          <p:cNvSpPr/>
          <p:nvPr>
            <p:ph idx="2" type="pic"/>
          </p:nvPr>
        </p:nvSpPr>
        <p:spPr>
          <a:xfrm>
            <a:off x="1976438" y="506413"/>
            <a:ext cx="6048300" cy="3402000"/>
          </a:xfrm>
          <a:prstGeom prst="rect">
            <a:avLst/>
          </a:prstGeom>
          <a:noFill/>
          <a:ln>
            <a:noFill/>
          </a:ln>
        </p:spPr>
      </p:sp>
      <p:sp>
        <p:nvSpPr>
          <p:cNvPr id="123" name="Google Shape;123;p54"/>
          <p:cNvSpPr txBox="1"/>
          <p:nvPr>
            <p:ph idx="1" type="body"/>
          </p:nvPr>
        </p:nvSpPr>
        <p:spPr>
          <a:xfrm>
            <a:off x="1976438" y="4438650"/>
            <a:ext cx="6048300" cy="6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4" name="Google Shape;124;p54"/>
          <p:cNvSpPr txBox="1"/>
          <p:nvPr>
            <p:ph idx="10" type="dt"/>
          </p:nvPr>
        </p:nvSpPr>
        <p:spPr>
          <a:xfrm>
            <a:off x="50323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5" name="Google Shape;125;p54"/>
          <p:cNvSpPr txBox="1"/>
          <p:nvPr>
            <p:ph idx="11" type="ftr"/>
          </p:nvPr>
        </p:nvSpPr>
        <p:spPr>
          <a:xfrm>
            <a:off x="3448050" y="5165725"/>
            <a:ext cx="31941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6" name="Google Shape;126;p54"/>
          <p:cNvSpPr txBox="1"/>
          <p:nvPr>
            <p:ph idx="12" type="sldNum"/>
          </p:nvPr>
        </p:nvSpPr>
        <p:spPr>
          <a:xfrm>
            <a:off x="722788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5"/>
          <p:cNvSpPr txBox="1"/>
          <p:nvPr>
            <p:ph type="title"/>
          </p:nvPr>
        </p:nvSpPr>
        <p:spPr>
          <a:xfrm>
            <a:off x="504825" y="225425"/>
            <a:ext cx="3316200" cy="960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9" name="Google Shape;129;p55"/>
          <p:cNvSpPr txBox="1"/>
          <p:nvPr>
            <p:ph idx="1" type="body"/>
          </p:nvPr>
        </p:nvSpPr>
        <p:spPr>
          <a:xfrm>
            <a:off x="3941763" y="225425"/>
            <a:ext cx="5635500" cy="48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0" name="Google Shape;130;p55"/>
          <p:cNvSpPr txBox="1"/>
          <p:nvPr>
            <p:ph idx="2" type="body"/>
          </p:nvPr>
        </p:nvSpPr>
        <p:spPr>
          <a:xfrm>
            <a:off x="504825" y="1185863"/>
            <a:ext cx="3316200" cy="387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1" name="Google Shape;131;p55"/>
          <p:cNvSpPr txBox="1"/>
          <p:nvPr>
            <p:ph idx="10" type="dt"/>
          </p:nvPr>
        </p:nvSpPr>
        <p:spPr>
          <a:xfrm>
            <a:off x="50323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2" name="Google Shape;132;p55"/>
          <p:cNvSpPr txBox="1"/>
          <p:nvPr>
            <p:ph idx="11" type="ftr"/>
          </p:nvPr>
        </p:nvSpPr>
        <p:spPr>
          <a:xfrm>
            <a:off x="3448050" y="5165725"/>
            <a:ext cx="31941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3" name="Google Shape;133;p55"/>
          <p:cNvSpPr txBox="1"/>
          <p:nvPr>
            <p:ph idx="12" type="sldNum"/>
          </p:nvPr>
        </p:nvSpPr>
        <p:spPr>
          <a:xfrm>
            <a:off x="722788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type="blank">
  <p:cSld name="BLANK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6"/>
          <p:cNvSpPr txBox="1"/>
          <p:nvPr>
            <p:ph idx="10" type="dt"/>
          </p:nvPr>
        </p:nvSpPr>
        <p:spPr>
          <a:xfrm>
            <a:off x="50323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6" name="Google Shape;136;p56"/>
          <p:cNvSpPr txBox="1"/>
          <p:nvPr>
            <p:ph idx="11" type="ftr"/>
          </p:nvPr>
        </p:nvSpPr>
        <p:spPr>
          <a:xfrm>
            <a:off x="3448050" y="5165725"/>
            <a:ext cx="31941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7" name="Google Shape;137;p56"/>
          <p:cNvSpPr txBox="1"/>
          <p:nvPr>
            <p:ph idx="12" type="sldNum"/>
          </p:nvPr>
        </p:nvSpPr>
        <p:spPr>
          <a:xfrm>
            <a:off x="722788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ó título" type="titleOnly">
  <p:cSld name="TITLE_ONLY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57"/>
          <p:cNvSpPr txBox="1"/>
          <p:nvPr>
            <p:ph type="title"/>
          </p:nvPr>
        </p:nvSpPr>
        <p:spPr>
          <a:xfrm>
            <a:off x="503237" y="225425"/>
            <a:ext cx="9069300" cy="94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0" name="Google Shape;140;p57"/>
          <p:cNvSpPr txBox="1"/>
          <p:nvPr>
            <p:ph idx="10" type="dt"/>
          </p:nvPr>
        </p:nvSpPr>
        <p:spPr>
          <a:xfrm>
            <a:off x="50323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1" name="Google Shape;141;p57"/>
          <p:cNvSpPr txBox="1"/>
          <p:nvPr>
            <p:ph idx="11" type="ftr"/>
          </p:nvPr>
        </p:nvSpPr>
        <p:spPr>
          <a:xfrm>
            <a:off x="3448050" y="5165725"/>
            <a:ext cx="31941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2" name="Google Shape;142;p57"/>
          <p:cNvSpPr txBox="1"/>
          <p:nvPr>
            <p:ph idx="12" type="sldNum"/>
          </p:nvPr>
        </p:nvSpPr>
        <p:spPr>
          <a:xfrm>
            <a:off x="722788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58"/>
          <p:cNvSpPr txBox="1"/>
          <p:nvPr>
            <p:ph type="title"/>
          </p:nvPr>
        </p:nvSpPr>
        <p:spPr>
          <a:xfrm>
            <a:off x="504825" y="227013"/>
            <a:ext cx="9072600" cy="94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5" name="Google Shape;145;p58"/>
          <p:cNvSpPr txBox="1"/>
          <p:nvPr>
            <p:ph idx="1" type="body"/>
          </p:nvPr>
        </p:nvSpPr>
        <p:spPr>
          <a:xfrm>
            <a:off x="504825" y="1270000"/>
            <a:ext cx="44529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6" name="Google Shape;146;p58"/>
          <p:cNvSpPr txBox="1"/>
          <p:nvPr>
            <p:ph idx="2" type="body"/>
          </p:nvPr>
        </p:nvSpPr>
        <p:spPr>
          <a:xfrm>
            <a:off x="504825" y="1798638"/>
            <a:ext cx="4452900" cy="32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7" name="Google Shape;147;p58"/>
          <p:cNvSpPr txBox="1"/>
          <p:nvPr>
            <p:ph idx="3" type="body"/>
          </p:nvPr>
        </p:nvSpPr>
        <p:spPr>
          <a:xfrm>
            <a:off x="5121275" y="1270000"/>
            <a:ext cx="44562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8" name="Google Shape;148;p58"/>
          <p:cNvSpPr txBox="1"/>
          <p:nvPr>
            <p:ph idx="4" type="body"/>
          </p:nvPr>
        </p:nvSpPr>
        <p:spPr>
          <a:xfrm>
            <a:off x="5121275" y="1798638"/>
            <a:ext cx="4456200" cy="32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9" name="Google Shape;149;p58"/>
          <p:cNvSpPr txBox="1"/>
          <p:nvPr>
            <p:ph idx="10" type="dt"/>
          </p:nvPr>
        </p:nvSpPr>
        <p:spPr>
          <a:xfrm>
            <a:off x="50323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0" name="Google Shape;150;p58"/>
          <p:cNvSpPr txBox="1"/>
          <p:nvPr>
            <p:ph idx="11" type="ftr"/>
          </p:nvPr>
        </p:nvSpPr>
        <p:spPr>
          <a:xfrm>
            <a:off x="3448050" y="5165725"/>
            <a:ext cx="31941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1" name="Google Shape;151;p58"/>
          <p:cNvSpPr txBox="1"/>
          <p:nvPr>
            <p:ph idx="12" type="sldNum"/>
          </p:nvPr>
        </p:nvSpPr>
        <p:spPr>
          <a:xfrm>
            <a:off x="722788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Duplo" type="twoObj">
  <p:cSld name="TWO_OBJECTS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59"/>
          <p:cNvSpPr txBox="1"/>
          <p:nvPr>
            <p:ph type="title"/>
          </p:nvPr>
        </p:nvSpPr>
        <p:spPr>
          <a:xfrm>
            <a:off x="503237" y="225425"/>
            <a:ext cx="9069300" cy="94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4" name="Google Shape;154;p59"/>
          <p:cNvSpPr txBox="1"/>
          <p:nvPr>
            <p:ph idx="1" type="body"/>
          </p:nvPr>
        </p:nvSpPr>
        <p:spPr>
          <a:xfrm>
            <a:off x="503238" y="1327150"/>
            <a:ext cx="4457700" cy="32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5" name="Google Shape;155;p59"/>
          <p:cNvSpPr txBox="1"/>
          <p:nvPr>
            <p:ph idx="2" type="body"/>
          </p:nvPr>
        </p:nvSpPr>
        <p:spPr>
          <a:xfrm>
            <a:off x="5113338" y="1327150"/>
            <a:ext cx="4459200" cy="32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6" name="Google Shape;156;p59"/>
          <p:cNvSpPr txBox="1"/>
          <p:nvPr>
            <p:ph idx="10" type="dt"/>
          </p:nvPr>
        </p:nvSpPr>
        <p:spPr>
          <a:xfrm>
            <a:off x="50323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7" name="Google Shape;157;p59"/>
          <p:cNvSpPr txBox="1"/>
          <p:nvPr>
            <p:ph idx="11" type="ftr"/>
          </p:nvPr>
        </p:nvSpPr>
        <p:spPr>
          <a:xfrm>
            <a:off x="3448050" y="5165725"/>
            <a:ext cx="31941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8" name="Google Shape;158;p59"/>
          <p:cNvSpPr txBox="1"/>
          <p:nvPr>
            <p:ph idx="12" type="sldNum"/>
          </p:nvPr>
        </p:nvSpPr>
        <p:spPr>
          <a:xfrm>
            <a:off x="722788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cção" type="secHead">
  <p:cSld name="SECTION_HEADER"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60"/>
          <p:cNvSpPr txBox="1"/>
          <p:nvPr>
            <p:ph type="title"/>
          </p:nvPr>
        </p:nvSpPr>
        <p:spPr>
          <a:xfrm>
            <a:off x="796925" y="3643313"/>
            <a:ext cx="8567700" cy="11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1" name="Google Shape;161;p60"/>
          <p:cNvSpPr txBox="1"/>
          <p:nvPr>
            <p:ph idx="1" type="body"/>
          </p:nvPr>
        </p:nvSpPr>
        <p:spPr>
          <a:xfrm>
            <a:off x="796925" y="2403475"/>
            <a:ext cx="8567700" cy="12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2" name="Google Shape;162;p60"/>
          <p:cNvSpPr txBox="1"/>
          <p:nvPr>
            <p:ph idx="10" type="dt"/>
          </p:nvPr>
        </p:nvSpPr>
        <p:spPr>
          <a:xfrm>
            <a:off x="50323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3" name="Google Shape;163;p60"/>
          <p:cNvSpPr txBox="1"/>
          <p:nvPr>
            <p:ph idx="11" type="ftr"/>
          </p:nvPr>
        </p:nvSpPr>
        <p:spPr>
          <a:xfrm>
            <a:off x="3448050" y="5165725"/>
            <a:ext cx="31941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4" name="Google Shape;164;p60"/>
          <p:cNvSpPr txBox="1"/>
          <p:nvPr>
            <p:ph idx="12" type="sldNum"/>
          </p:nvPr>
        </p:nvSpPr>
        <p:spPr>
          <a:xfrm>
            <a:off x="722788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o de título" type="title">
  <p:cSld name="TITLE"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61"/>
          <p:cNvSpPr txBox="1"/>
          <p:nvPr>
            <p:ph type="ctrTitle"/>
          </p:nvPr>
        </p:nvSpPr>
        <p:spPr>
          <a:xfrm>
            <a:off x="755650" y="1762125"/>
            <a:ext cx="8569200" cy="12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7" name="Google Shape;167;p61"/>
          <p:cNvSpPr txBox="1"/>
          <p:nvPr>
            <p:ph idx="1" type="subTitle"/>
          </p:nvPr>
        </p:nvSpPr>
        <p:spPr>
          <a:xfrm>
            <a:off x="1512888" y="3213100"/>
            <a:ext cx="7056300" cy="14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Times New Roman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8" name="Google Shape;168;p61"/>
          <p:cNvSpPr txBox="1"/>
          <p:nvPr>
            <p:ph idx="10" type="dt"/>
          </p:nvPr>
        </p:nvSpPr>
        <p:spPr>
          <a:xfrm>
            <a:off x="50323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9" name="Google Shape;169;p61"/>
          <p:cNvSpPr txBox="1"/>
          <p:nvPr>
            <p:ph idx="11" type="ftr"/>
          </p:nvPr>
        </p:nvSpPr>
        <p:spPr>
          <a:xfrm>
            <a:off x="3448050" y="5165725"/>
            <a:ext cx="31941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0" name="Google Shape;170;p61"/>
          <p:cNvSpPr txBox="1"/>
          <p:nvPr>
            <p:ph idx="12" type="sldNum"/>
          </p:nvPr>
        </p:nvSpPr>
        <p:spPr>
          <a:xfrm>
            <a:off x="722788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type="blank">
  <p:cSld name="BLANK"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8"/>
          <p:cNvSpPr txBox="1"/>
          <p:nvPr>
            <p:ph idx="10" type="dt"/>
          </p:nvPr>
        </p:nvSpPr>
        <p:spPr>
          <a:xfrm>
            <a:off x="503237" y="5165725"/>
            <a:ext cx="2346325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0" name="Google Shape;180;p28"/>
          <p:cNvSpPr txBox="1"/>
          <p:nvPr>
            <p:ph idx="11" type="ftr"/>
          </p:nvPr>
        </p:nvSpPr>
        <p:spPr>
          <a:xfrm>
            <a:off x="3448050" y="5165725"/>
            <a:ext cx="3194050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1" name="Google Shape;181;p28"/>
          <p:cNvSpPr txBox="1"/>
          <p:nvPr>
            <p:ph idx="12" type="sldNum"/>
          </p:nvPr>
        </p:nvSpPr>
        <p:spPr>
          <a:xfrm>
            <a:off x="7227887" y="5165725"/>
            <a:ext cx="2346325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squema Personalizado">
  <p:cSld name="Esquema Personalizado"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9"/>
          <p:cNvSpPr txBox="1"/>
          <p:nvPr>
            <p:ph type="title"/>
          </p:nvPr>
        </p:nvSpPr>
        <p:spPr>
          <a:xfrm>
            <a:off x="503238" y="225425"/>
            <a:ext cx="9069387" cy="944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4" name="Google Shape;184;p29"/>
          <p:cNvSpPr txBox="1"/>
          <p:nvPr>
            <p:ph idx="10" type="dt"/>
          </p:nvPr>
        </p:nvSpPr>
        <p:spPr>
          <a:xfrm>
            <a:off x="503237" y="5165725"/>
            <a:ext cx="2346325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5" name="Google Shape;185;p29"/>
          <p:cNvSpPr txBox="1"/>
          <p:nvPr>
            <p:ph idx="11" type="ftr"/>
          </p:nvPr>
        </p:nvSpPr>
        <p:spPr>
          <a:xfrm>
            <a:off x="3448050" y="5165725"/>
            <a:ext cx="3194050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6" name="Google Shape;186;p29"/>
          <p:cNvSpPr txBox="1"/>
          <p:nvPr>
            <p:ph idx="12" type="sldNum"/>
          </p:nvPr>
        </p:nvSpPr>
        <p:spPr>
          <a:xfrm>
            <a:off x="7227887" y="5165725"/>
            <a:ext cx="2346325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87" name="Google Shape;187;p2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3175"/>
            <a:ext cx="10080625" cy="56583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objecto" type="obj">
  <p:cSld name="OBJECT"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0"/>
          <p:cNvSpPr txBox="1"/>
          <p:nvPr>
            <p:ph type="title"/>
          </p:nvPr>
        </p:nvSpPr>
        <p:spPr>
          <a:xfrm>
            <a:off x="503237" y="225425"/>
            <a:ext cx="9069387" cy="944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0" name="Google Shape;190;p30"/>
          <p:cNvSpPr txBox="1"/>
          <p:nvPr>
            <p:ph idx="1" type="body"/>
          </p:nvPr>
        </p:nvSpPr>
        <p:spPr>
          <a:xfrm>
            <a:off x="503237" y="1327150"/>
            <a:ext cx="9069387" cy="328771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1" name="Google Shape;191;p30"/>
          <p:cNvSpPr txBox="1"/>
          <p:nvPr>
            <p:ph idx="10" type="dt"/>
          </p:nvPr>
        </p:nvSpPr>
        <p:spPr>
          <a:xfrm>
            <a:off x="503237" y="5165725"/>
            <a:ext cx="2346325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2" name="Google Shape;192;p30"/>
          <p:cNvSpPr txBox="1"/>
          <p:nvPr>
            <p:ph idx="11" type="ftr"/>
          </p:nvPr>
        </p:nvSpPr>
        <p:spPr>
          <a:xfrm>
            <a:off x="3448050" y="5165725"/>
            <a:ext cx="3194050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3" name="Google Shape;193;p30"/>
          <p:cNvSpPr txBox="1"/>
          <p:nvPr>
            <p:ph idx="12" type="sldNum"/>
          </p:nvPr>
        </p:nvSpPr>
        <p:spPr>
          <a:xfrm>
            <a:off x="7227887" y="5165725"/>
            <a:ext cx="2346325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e texto" type="vertTitleAndTx">
  <p:cSld name="VERTICAL_TITLE_AND_VERTICAL_TEXT"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1"/>
          <p:cNvSpPr txBox="1"/>
          <p:nvPr>
            <p:ph type="title"/>
          </p:nvPr>
        </p:nvSpPr>
        <p:spPr>
          <a:xfrm rot="5400000">
            <a:off x="6244431" y="1286669"/>
            <a:ext cx="4389438" cy="2266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6" name="Google Shape;196;p31"/>
          <p:cNvSpPr txBox="1"/>
          <p:nvPr>
            <p:ph idx="1" type="body"/>
          </p:nvPr>
        </p:nvSpPr>
        <p:spPr>
          <a:xfrm rot="5400000">
            <a:off x="1633537" y="-904875"/>
            <a:ext cx="4389438" cy="665003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7" name="Google Shape;197;p31"/>
          <p:cNvSpPr txBox="1"/>
          <p:nvPr>
            <p:ph idx="10" type="dt"/>
          </p:nvPr>
        </p:nvSpPr>
        <p:spPr>
          <a:xfrm>
            <a:off x="503237" y="5165725"/>
            <a:ext cx="2346325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8" name="Google Shape;198;p31"/>
          <p:cNvSpPr txBox="1"/>
          <p:nvPr>
            <p:ph idx="11" type="ftr"/>
          </p:nvPr>
        </p:nvSpPr>
        <p:spPr>
          <a:xfrm>
            <a:off x="3448050" y="5165725"/>
            <a:ext cx="3194050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9" name="Google Shape;199;p31"/>
          <p:cNvSpPr txBox="1"/>
          <p:nvPr>
            <p:ph idx="12" type="sldNum"/>
          </p:nvPr>
        </p:nvSpPr>
        <p:spPr>
          <a:xfrm>
            <a:off x="7227887" y="5165725"/>
            <a:ext cx="2346325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2"/>
          <p:cNvSpPr txBox="1"/>
          <p:nvPr>
            <p:ph type="title"/>
          </p:nvPr>
        </p:nvSpPr>
        <p:spPr>
          <a:xfrm>
            <a:off x="503237" y="225425"/>
            <a:ext cx="9069387" cy="944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2" name="Google Shape;202;p32"/>
          <p:cNvSpPr txBox="1"/>
          <p:nvPr>
            <p:ph idx="1" type="body"/>
          </p:nvPr>
        </p:nvSpPr>
        <p:spPr>
          <a:xfrm rot="5400000">
            <a:off x="3394075" y="-1563687"/>
            <a:ext cx="3287712" cy="906938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3" name="Google Shape;203;p32"/>
          <p:cNvSpPr txBox="1"/>
          <p:nvPr>
            <p:ph idx="10" type="dt"/>
          </p:nvPr>
        </p:nvSpPr>
        <p:spPr>
          <a:xfrm>
            <a:off x="503237" y="5165725"/>
            <a:ext cx="2346325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4" name="Google Shape;204;p32"/>
          <p:cNvSpPr txBox="1"/>
          <p:nvPr>
            <p:ph idx="11" type="ftr"/>
          </p:nvPr>
        </p:nvSpPr>
        <p:spPr>
          <a:xfrm>
            <a:off x="3448050" y="5165725"/>
            <a:ext cx="3194050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5" name="Google Shape;205;p32"/>
          <p:cNvSpPr txBox="1"/>
          <p:nvPr>
            <p:ph idx="12" type="sldNum"/>
          </p:nvPr>
        </p:nvSpPr>
        <p:spPr>
          <a:xfrm>
            <a:off x="7227887" y="5165725"/>
            <a:ext cx="2346325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3"/>
          <p:cNvSpPr txBox="1"/>
          <p:nvPr>
            <p:ph type="title"/>
          </p:nvPr>
        </p:nvSpPr>
        <p:spPr>
          <a:xfrm>
            <a:off x="1976438" y="3968750"/>
            <a:ext cx="6048375" cy="469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8" name="Google Shape;208;p33"/>
          <p:cNvSpPr/>
          <p:nvPr>
            <p:ph idx="2" type="pic"/>
          </p:nvPr>
        </p:nvSpPr>
        <p:spPr>
          <a:xfrm>
            <a:off x="1976438" y="506413"/>
            <a:ext cx="6048375" cy="3402012"/>
          </a:xfrm>
          <a:prstGeom prst="rect">
            <a:avLst/>
          </a:prstGeom>
          <a:noFill/>
          <a:ln>
            <a:noFill/>
          </a:ln>
        </p:spPr>
      </p:sp>
      <p:sp>
        <p:nvSpPr>
          <p:cNvPr id="209" name="Google Shape;209;p33"/>
          <p:cNvSpPr txBox="1"/>
          <p:nvPr>
            <p:ph idx="1" type="body"/>
          </p:nvPr>
        </p:nvSpPr>
        <p:spPr>
          <a:xfrm>
            <a:off x="1976438" y="4438650"/>
            <a:ext cx="6048375" cy="66516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0" name="Google Shape;210;p33"/>
          <p:cNvSpPr txBox="1"/>
          <p:nvPr>
            <p:ph idx="10" type="dt"/>
          </p:nvPr>
        </p:nvSpPr>
        <p:spPr>
          <a:xfrm>
            <a:off x="503237" y="5165725"/>
            <a:ext cx="2346325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1" name="Google Shape;211;p33"/>
          <p:cNvSpPr txBox="1"/>
          <p:nvPr>
            <p:ph idx="11" type="ftr"/>
          </p:nvPr>
        </p:nvSpPr>
        <p:spPr>
          <a:xfrm>
            <a:off x="3448050" y="5165725"/>
            <a:ext cx="3194050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2" name="Google Shape;212;p33"/>
          <p:cNvSpPr txBox="1"/>
          <p:nvPr>
            <p:ph idx="12" type="sldNum"/>
          </p:nvPr>
        </p:nvSpPr>
        <p:spPr>
          <a:xfrm>
            <a:off x="7227887" y="5165725"/>
            <a:ext cx="2346325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4"/>
          <p:cNvSpPr txBox="1"/>
          <p:nvPr>
            <p:ph type="title"/>
          </p:nvPr>
        </p:nvSpPr>
        <p:spPr>
          <a:xfrm>
            <a:off x="504825" y="225425"/>
            <a:ext cx="3316288" cy="960438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5" name="Google Shape;215;p34"/>
          <p:cNvSpPr txBox="1"/>
          <p:nvPr>
            <p:ph idx="1" type="body"/>
          </p:nvPr>
        </p:nvSpPr>
        <p:spPr>
          <a:xfrm>
            <a:off x="3941763" y="225425"/>
            <a:ext cx="5635625" cy="484028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6" name="Google Shape;216;p34"/>
          <p:cNvSpPr txBox="1"/>
          <p:nvPr>
            <p:ph idx="2" type="body"/>
          </p:nvPr>
        </p:nvSpPr>
        <p:spPr>
          <a:xfrm>
            <a:off x="504825" y="1185863"/>
            <a:ext cx="3316288" cy="38798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7" name="Google Shape;217;p34"/>
          <p:cNvSpPr txBox="1"/>
          <p:nvPr>
            <p:ph idx="10" type="dt"/>
          </p:nvPr>
        </p:nvSpPr>
        <p:spPr>
          <a:xfrm>
            <a:off x="503237" y="5165725"/>
            <a:ext cx="2346325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8" name="Google Shape;218;p34"/>
          <p:cNvSpPr txBox="1"/>
          <p:nvPr>
            <p:ph idx="11" type="ftr"/>
          </p:nvPr>
        </p:nvSpPr>
        <p:spPr>
          <a:xfrm>
            <a:off x="3448050" y="5165725"/>
            <a:ext cx="3194050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9" name="Google Shape;219;p34"/>
          <p:cNvSpPr txBox="1"/>
          <p:nvPr>
            <p:ph idx="12" type="sldNum"/>
          </p:nvPr>
        </p:nvSpPr>
        <p:spPr>
          <a:xfrm>
            <a:off x="7227887" y="5165725"/>
            <a:ext cx="2346325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ó título" type="titleOnly">
  <p:cSld name="TITLE_ONLY"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5"/>
          <p:cNvSpPr txBox="1"/>
          <p:nvPr>
            <p:ph type="title"/>
          </p:nvPr>
        </p:nvSpPr>
        <p:spPr>
          <a:xfrm>
            <a:off x="503237" y="225425"/>
            <a:ext cx="9069387" cy="944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2" name="Google Shape;222;p35"/>
          <p:cNvSpPr txBox="1"/>
          <p:nvPr>
            <p:ph idx="10" type="dt"/>
          </p:nvPr>
        </p:nvSpPr>
        <p:spPr>
          <a:xfrm>
            <a:off x="503237" y="5165725"/>
            <a:ext cx="2346325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3" name="Google Shape;223;p35"/>
          <p:cNvSpPr txBox="1"/>
          <p:nvPr>
            <p:ph idx="11" type="ftr"/>
          </p:nvPr>
        </p:nvSpPr>
        <p:spPr>
          <a:xfrm>
            <a:off x="3448050" y="5165725"/>
            <a:ext cx="3194050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4" name="Google Shape;224;p35"/>
          <p:cNvSpPr txBox="1"/>
          <p:nvPr>
            <p:ph idx="12" type="sldNum"/>
          </p:nvPr>
        </p:nvSpPr>
        <p:spPr>
          <a:xfrm>
            <a:off x="7227887" y="5165725"/>
            <a:ext cx="2346325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6"/>
          <p:cNvSpPr txBox="1"/>
          <p:nvPr>
            <p:ph type="title"/>
          </p:nvPr>
        </p:nvSpPr>
        <p:spPr>
          <a:xfrm>
            <a:off x="504825" y="227013"/>
            <a:ext cx="9072563" cy="944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7" name="Google Shape;227;p36"/>
          <p:cNvSpPr txBox="1"/>
          <p:nvPr>
            <p:ph idx="1" type="body"/>
          </p:nvPr>
        </p:nvSpPr>
        <p:spPr>
          <a:xfrm>
            <a:off x="504825" y="1270000"/>
            <a:ext cx="4452938" cy="528638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8" name="Google Shape;228;p36"/>
          <p:cNvSpPr txBox="1"/>
          <p:nvPr>
            <p:ph idx="2" type="body"/>
          </p:nvPr>
        </p:nvSpPr>
        <p:spPr>
          <a:xfrm>
            <a:off x="504825" y="1798638"/>
            <a:ext cx="4452938" cy="32670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9" name="Google Shape;229;p36"/>
          <p:cNvSpPr txBox="1"/>
          <p:nvPr>
            <p:ph idx="3" type="body"/>
          </p:nvPr>
        </p:nvSpPr>
        <p:spPr>
          <a:xfrm>
            <a:off x="5121275" y="1270000"/>
            <a:ext cx="4456113" cy="528638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30" name="Google Shape;230;p36"/>
          <p:cNvSpPr txBox="1"/>
          <p:nvPr>
            <p:ph idx="4" type="body"/>
          </p:nvPr>
        </p:nvSpPr>
        <p:spPr>
          <a:xfrm>
            <a:off x="5121275" y="1798638"/>
            <a:ext cx="4456113" cy="32670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31" name="Google Shape;231;p36"/>
          <p:cNvSpPr txBox="1"/>
          <p:nvPr>
            <p:ph idx="10" type="dt"/>
          </p:nvPr>
        </p:nvSpPr>
        <p:spPr>
          <a:xfrm>
            <a:off x="503237" y="5165725"/>
            <a:ext cx="2346325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32" name="Google Shape;232;p36"/>
          <p:cNvSpPr txBox="1"/>
          <p:nvPr>
            <p:ph idx="11" type="ftr"/>
          </p:nvPr>
        </p:nvSpPr>
        <p:spPr>
          <a:xfrm>
            <a:off x="3448050" y="5165725"/>
            <a:ext cx="3194050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33" name="Google Shape;233;p36"/>
          <p:cNvSpPr txBox="1"/>
          <p:nvPr>
            <p:ph idx="12" type="sldNum"/>
          </p:nvPr>
        </p:nvSpPr>
        <p:spPr>
          <a:xfrm>
            <a:off x="7227887" y="5165725"/>
            <a:ext cx="2346325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Duplo" type="twoObj">
  <p:cSld name="TWO_OBJECTS"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7"/>
          <p:cNvSpPr txBox="1"/>
          <p:nvPr>
            <p:ph type="title"/>
          </p:nvPr>
        </p:nvSpPr>
        <p:spPr>
          <a:xfrm>
            <a:off x="503237" y="225425"/>
            <a:ext cx="9069387" cy="944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36" name="Google Shape;236;p37"/>
          <p:cNvSpPr txBox="1"/>
          <p:nvPr>
            <p:ph idx="1" type="body"/>
          </p:nvPr>
        </p:nvSpPr>
        <p:spPr>
          <a:xfrm>
            <a:off x="503238" y="1327150"/>
            <a:ext cx="4457700" cy="328771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37" name="Google Shape;237;p37"/>
          <p:cNvSpPr txBox="1"/>
          <p:nvPr>
            <p:ph idx="2" type="body"/>
          </p:nvPr>
        </p:nvSpPr>
        <p:spPr>
          <a:xfrm>
            <a:off x="5113338" y="1327150"/>
            <a:ext cx="4459287" cy="328771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38" name="Google Shape;238;p37"/>
          <p:cNvSpPr txBox="1"/>
          <p:nvPr>
            <p:ph idx="10" type="dt"/>
          </p:nvPr>
        </p:nvSpPr>
        <p:spPr>
          <a:xfrm>
            <a:off x="503237" y="5165725"/>
            <a:ext cx="2346325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39" name="Google Shape;239;p37"/>
          <p:cNvSpPr txBox="1"/>
          <p:nvPr>
            <p:ph idx="11" type="ftr"/>
          </p:nvPr>
        </p:nvSpPr>
        <p:spPr>
          <a:xfrm>
            <a:off x="3448050" y="5165725"/>
            <a:ext cx="3194050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40" name="Google Shape;240;p37"/>
          <p:cNvSpPr txBox="1"/>
          <p:nvPr>
            <p:ph idx="12" type="sldNum"/>
          </p:nvPr>
        </p:nvSpPr>
        <p:spPr>
          <a:xfrm>
            <a:off x="7227887" y="5165725"/>
            <a:ext cx="2346325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cção" type="secHead">
  <p:cSld name="SECTION_HEADER"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8"/>
          <p:cNvSpPr txBox="1"/>
          <p:nvPr>
            <p:ph type="title"/>
          </p:nvPr>
        </p:nvSpPr>
        <p:spPr>
          <a:xfrm>
            <a:off x="796925" y="3643313"/>
            <a:ext cx="8567738" cy="11271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43" name="Google Shape;243;p38"/>
          <p:cNvSpPr txBox="1"/>
          <p:nvPr>
            <p:ph idx="1" type="body"/>
          </p:nvPr>
        </p:nvSpPr>
        <p:spPr>
          <a:xfrm>
            <a:off x="796925" y="2403475"/>
            <a:ext cx="8567738" cy="1239838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44" name="Google Shape;244;p38"/>
          <p:cNvSpPr txBox="1"/>
          <p:nvPr>
            <p:ph idx="10" type="dt"/>
          </p:nvPr>
        </p:nvSpPr>
        <p:spPr>
          <a:xfrm>
            <a:off x="503237" y="5165725"/>
            <a:ext cx="2346325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45" name="Google Shape;245;p38"/>
          <p:cNvSpPr txBox="1"/>
          <p:nvPr>
            <p:ph idx="11" type="ftr"/>
          </p:nvPr>
        </p:nvSpPr>
        <p:spPr>
          <a:xfrm>
            <a:off x="3448050" y="5165725"/>
            <a:ext cx="3194050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46" name="Google Shape;246;p38"/>
          <p:cNvSpPr txBox="1"/>
          <p:nvPr>
            <p:ph idx="12" type="sldNum"/>
          </p:nvPr>
        </p:nvSpPr>
        <p:spPr>
          <a:xfrm>
            <a:off x="7227887" y="5165725"/>
            <a:ext cx="2346325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o de título" type="title">
  <p:cSld name="TITLE"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9"/>
          <p:cNvSpPr txBox="1"/>
          <p:nvPr>
            <p:ph type="ctrTitle"/>
          </p:nvPr>
        </p:nvSpPr>
        <p:spPr>
          <a:xfrm>
            <a:off x="755650" y="1762125"/>
            <a:ext cx="8569325" cy="121443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49" name="Google Shape;249;p39"/>
          <p:cNvSpPr txBox="1"/>
          <p:nvPr>
            <p:ph idx="1" type="subTitle"/>
          </p:nvPr>
        </p:nvSpPr>
        <p:spPr>
          <a:xfrm>
            <a:off x="1512888" y="3213100"/>
            <a:ext cx="7056437" cy="144938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Times New Roman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50" name="Google Shape;250;p39"/>
          <p:cNvSpPr txBox="1"/>
          <p:nvPr>
            <p:ph idx="10" type="dt"/>
          </p:nvPr>
        </p:nvSpPr>
        <p:spPr>
          <a:xfrm>
            <a:off x="503237" y="5165725"/>
            <a:ext cx="2346325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51" name="Google Shape;251;p39"/>
          <p:cNvSpPr txBox="1"/>
          <p:nvPr>
            <p:ph idx="11" type="ftr"/>
          </p:nvPr>
        </p:nvSpPr>
        <p:spPr>
          <a:xfrm>
            <a:off x="3448050" y="5165725"/>
            <a:ext cx="3194050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52" name="Google Shape;252;p39"/>
          <p:cNvSpPr txBox="1"/>
          <p:nvPr>
            <p:ph idx="12" type="sldNum"/>
          </p:nvPr>
        </p:nvSpPr>
        <p:spPr>
          <a:xfrm>
            <a:off x="7227887" y="5165725"/>
            <a:ext cx="2346325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/Relationships>
</file>

<file path=ppt/slideMasters/_rels/slideMaster3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33.xml"/><Relationship Id="rId13" Type="http://schemas.openxmlformats.org/officeDocument/2006/relationships/slideLayout" Target="../slideLayouts/slideLayout36.xml"/><Relationship Id="rId12" Type="http://schemas.openxmlformats.org/officeDocument/2006/relationships/slideLayout" Target="../slideLayouts/slideLayout35.xml"/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Relationship Id="rId14" Type="http://schemas.openxmlformats.org/officeDocument/2006/relationships/theme" Target="../theme/theme3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3"/>
          <p:cNvSpPr txBox="1"/>
          <p:nvPr>
            <p:ph type="title"/>
          </p:nvPr>
        </p:nvSpPr>
        <p:spPr>
          <a:xfrm>
            <a:off x="503237" y="225425"/>
            <a:ext cx="9069300" cy="94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23"/>
          <p:cNvSpPr txBox="1"/>
          <p:nvPr>
            <p:ph idx="1" type="body"/>
          </p:nvPr>
        </p:nvSpPr>
        <p:spPr>
          <a:xfrm>
            <a:off x="503237" y="1327150"/>
            <a:ext cx="9069300" cy="32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23"/>
          <p:cNvSpPr txBox="1"/>
          <p:nvPr>
            <p:ph idx="10" type="dt"/>
          </p:nvPr>
        </p:nvSpPr>
        <p:spPr>
          <a:xfrm>
            <a:off x="50323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23"/>
          <p:cNvSpPr txBox="1"/>
          <p:nvPr>
            <p:ph idx="11" type="ftr"/>
          </p:nvPr>
        </p:nvSpPr>
        <p:spPr>
          <a:xfrm>
            <a:off x="3448050" y="5165725"/>
            <a:ext cx="31941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23"/>
          <p:cNvSpPr txBox="1"/>
          <p:nvPr>
            <p:ph idx="12" type="sldNum"/>
          </p:nvPr>
        </p:nvSpPr>
        <p:spPr>
          <a:xfrm>
            <a:off x="722788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5"/>
          <p:cNvSpPr txBox="1"/>
          <p:nvPr>
            <p:ph type="title"/>
          </p:nvPr>
        </p:nvSpPr>
        <p:spPr>
          <a:xfrm>
            <a:off x="503237" y="225425"/>
            <a:ext cx="9069300" cy="94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2" name="Google Shape;92;p25"/>
          <p:cNvSpPr txBox="1"/>
          <p:nvPr>
            <p:ph idx="1" type="body"/>
          </p:nvPr>
        </p:nvSpPr>
        <p:spPr>
          <a:xfrm>
            <a:off x="503237" y="1327150"/>
            <a:ext cx="9069300" cy="32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3" name="Google Shape;93;p25"/>
          <p:cNvSpPr txBox="1"/>
          <p:nvPr>
            <p:ph idx="10" type="dt"/>
          </p:nvPr>
        </p:nvSpPr>
        <p:spPr>
          <a:xfrm>
            <a:off x="50323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4" name="Google Shape;94;p25"/>
          <p:cNvSpPr txBox="1"/>
          <p:nvPr>
            <p:ph idx="11" type="ftr"/>
          </p:nvPr>
        </p:nvSpPr>
        <p:spPr>
          <a:xfrm>
            <a:off x="3448050" y="5165725"/>
            <a:ext cx="31941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5" name="Google Shape;95;p25"/>
          <p:cNvSpPr txBox="1"/>
          <p:nvPr>
            <p:ph idx="12" type="sldNum"/>
          </p:nvPr>
        </p:nvSpPr>
        <p:spPr>
          <a:xfrm>
            <a:off x="722788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g_interna.png" id="172" name="Google Shape;172;p27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1"/>
            <a:ext cx="10080625" cy="5659894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27"/>
          <p:cNvSpPr txBox="1"/>
          <p:nvPr>
            <p:ph type="title"/>
          </p:nvPr>
        </p:nvSpPr>
        <p:spPr>
          <a:xfrm>
            <a:off x="503237" y="225425"/>
            <a:ext cx="9069387" cy="944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4" name="Google Shape;174;p27"/>
          <p:cNvSpPr txBox="1"/>
          <p:nvPr>
            <p:ph idx="1" type="body"/>
          </p:nvPr>
        </p:nvSpPr>
        <p:spPr>
          <a:xfrm>
            <a:off x="503237" y="1327150"/>
            <a:ext cx="9069387" cy="328771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5" name="Google Shape;175;p27"/>
          <p:cNvSpPr txBox="1"/>
          <p:nvPr>
            <p:ph idx="10" type="dt"/>
          </p:nvPr>
        </p:nvSpPr>
        <p:spPr>
          <a:xfrm>
            <a:off x="503237" y="5165725"/>
            <a:ext cx="2346325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6" name="Google Shape;176;p27"/>
          <p:cNvSpPr txBox="1"/>
          <p:nvPr>
            <p:ph idx="11" type="ftr"/>
          </p:nvPr>
        </p:nvSpPr>
        <p:spPr>
          <a:xfrm>
            <a:off x="3448050" y="5165725"/>
            <a:ext cx="3194050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7" name="Google Shape;177;p27"/>
          <p:cNvSpPr txBox="1"/>
          <p:nvPr>
            <p:ph idx="12" type="sldNum"/>
          </p:nvPr>
        </p:nvSpPr>
        <p:spPr>
          <a:xfrm>
            <a:off x="7227887" y="5165725"/>
            <a:ext cx="2346325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13.jpg"/><Relationship Id="rId5" Type="http://schemas.openxmlformats.org/officeDocument/2006/relationships/image" Target="../media/image9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10.jpg"/><Relationship Id="rId5" Type="http://schemas.openxmlformats.org/officeDocument/2006/relationships/image" Target="../media/image20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4.jpg"/><Relationship Id="rId5" Type="http://schemas.openxmlformats.org/officeDocument/2006/relationships/image" Target="../media/image15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17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16.jpg"/><Relationship Id="rId5" Type="http://schemas.openxmlformats.org/officeDocument/2006/relationships/image" Target="../media/image7.jpg"/><Relationship Id="rId6" Type="http://schemas.openxmlformats.org/officeDocument/2006/relationships/image" Target="../media/image6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11.jpg"/><Relationship Id="rId5" Type="http://schemas.openxmlformats.org/officeDocument/2006/relationships/image" Target="../media/image12.jpg"/><Relationship Id="rId6" Type="http://schemas.openxmlformats.org/officeDocument/2006/relationships/image" Target="../media/image14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18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21.jpg"/><Relationship Id="rId5" Type="http://schemas.openxmlformats.org/officeDocument/2006/relationships/image" Target="../media/image19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"/>
          <p:cNvSpPr txBox="1"/>
          <p:nvPr/>
        </p:nvSpPr>
        <p:spPr>
          <a:xfrm>
            <a:off x="503237" y="3578225"/>
            <a:ext cx="9069300" cy="94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</a:pPr>
            <a:r>
              <a:rPr lang="pt-BR" sz="3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PHP - ORIENTAÇÃO A OBJETOS</a:t>
            </a:r>
            <a:endParaRPr sz="33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g_interna.png" id="264" name="Google Shape;26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395" y="1587"/>
            <a:ext cx="9983346" cy="5658307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"/>
          <p:cNvSpPr/>
          <p:nvPr/>
        </p:nvSpPr>
        <p:spPr>
          <a:xfrm>
            <a:off x="735013" y="317514"/>
            <a:ext cx="4816500" cy="38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2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SOBRESCRITA DE MÉTODOS</a:t>
            </a:r>
            <a:endParaRPr b="0" i="0" sz="20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2"/>
          <p:cNvSpPr/>
          <p:nvPr/>
        </p:nvSpPr>
        <p:spPr>
          <a:xfrm>
            <a:off x="366713" y="1195136"/>
            <a:ext cx="137700" cy="3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2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i="0" sz="2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2"/>
          <p:cNvSpPr/>
          <p:nvPr/>
        </p:nvSpPr>
        <p:spPr>
          <a:xfrm>
            <a:off x="652780" y="1229025"/>
            <a:ext cx="111108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Já sabemos que uma classe pode herdar métodos e propriedades de outra classe usando a 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2"/>
          <p:cNvSpPr/>
          <p:nvPr/>
        </p:nvSpPr>
        <p:spPr>
          <a:xfrm>
            <a:off x="652780" y="1515156"/>
            <a:ext cx="8697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palavra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2"/>
          <p:cNvSpPr/>
          <p:nvPr/>
        </p:nvSpPr>
        <p:spPr>
          <a:xfrm>
            <a:off x="1310640" y="1515156"/>
            <a:ext cx="888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2"/>
          <p:cNvSpPr/>
          <p:nvPr/>
        </p:nvSpPr>
        <p:spPr>
          <a:xfrm>
            <a:off x="1377315" y="1515156"/>
            <a:ext cx="7974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chave 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2"/>
          <p:cNvSpPr/>
          <p:nvPr/>
        </p:nvSpPr>
        <p:spPr>
          <a:xfrm>
            <a:off x="1987550" y="1547677"/>
            <a:ext cx="1058700" cy="26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2D2DB9"/>
                </a:solidFill>
                <a:latin typeface="Consolas"/>
                <a:ea typeface="Consolas"/>
                <a:cs typeface="Consolas"/>
                <a:sym typeface="Consolas"/>
              </a:rPr>
              <a:t>extends</a:t>
            </a:r>
            <a:endParaRPr b="0" i="0" sz="1600" u="none" cap="none" strike="noStrike">
              <a:solidFill>
                <a:srgbClr val="2D2DB9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72" name="Google Shape;272;p2"/>
          <p:cNvSpPr/>
          <p:nvPr/>
        </p:nvSpPr>
        <p:spPr>
          <a:xfrm>
            <a:off x="2788666" y="1515156"/>
            <a:ext cx="741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2"/>
          <p:cNvSpPr/>
          <p:nvPr/>
        </p:nvSpPr>
        <p:spPr>
          <a:xfrm>
            <a:off x="366713" y="2034606"/>
            <a:ext cx="137700" cy="3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2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i="0" sz="2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2"/>
          <p:cNvSpPr/>
          <p:nvPr/>
        </p:nvSpPr>
        <p:spPr>
          <a:xfrm>
            <a:off x="652780" y="2068782"/>
            <a:ext cx="9030300" cy="29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Os métodos e propriedades herdados podem ser sobrescritos redeclarando</a:t>
            </a:r>
            <a:r>
              <a:rPr lang="pt-BR" sz="1600">
                <a:solidFill>
                  <a:schemeClr val="dk1"/>
                </a:solidFill>
              </a:rPr>
              <a:t>-os com o mesmo nome 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7916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275" name="Google Shape;275;p2"/>
          <p:cNvSpPr/>
          <p:nvPr/>
        </p:nvSpPr>
        <p:spPr>
          <a:xfrm>
            <a:off x="652780" y="2354499"/>
            <a:ext cx="28833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definido na classe base.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2"/>
          <p:cNvSpPr/>
          <p:nvPr/>
        </p:nvSpPr>
        <p:spPr>
          <a:xfrm>
            <a:off x="366713" y="2883115"/>
            <a:ext cx="137700" cy="3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2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i="0" sz="2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2"/>
          <p:cNvSpPr/>
          <p:nvPr/>
        </p:nvSpPr>
        <p:spPr>
          <a:xfrm>
            <a:off x="652780" y="2917236"/>
            <a:ext cx="117948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sobrescrita de métodos é realizada quando queremos que um método existente em uma classe 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2"/>
          <p:cNvSpPr/>
          <p:nvPr/>
        </p:nvSpPr>
        <p:spPr>
          <a:xfrm>
            <a:off x="652780" y="3194257"/>
            <a:ext cx="6753900" cy="29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pai assuma um comportamento diferente na classe filha.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2"/>
          <p:cNvSpPr/>
          <p:nvPr/>
        </p:nvSpPr>
        <p:spPr>
          <a:xfrm>
            <a:off x="366713" y="3722690"/>
            <a:ext cx="137700" cy="3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2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i="0" sz="2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2"/>
          <p:cNvSpPr/>
          <p:nvPr/>
        </p:nvSpPr>
        <p:spPr>
          <a:xfrm>
            <a:off x="652780" y="3756579"/>
            <a:ext cx="117558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Atenção: ao sobrescrever métodos, a quantidade de parâmetros deve permanecer a mesma ou o 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2"/>
          <p:cNvSpPr/>
          <p:nvPr/>
        </p:nvSpPr>
        <p:spPr>
          <a:xfrm>
            <a:off x="652780" y="4033185"/>
            <a:ext cx="35052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PHP gerará um erro de nível 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2"/>
          <p:cNvSpPr/>
          <p:nvPr/>
        </p:nvSpPr>
        <p:spPr>
          <a:xfrm>
            <a:off x="3303270" y="4065705"/>
            <a:ext cx="1210800" cy="26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E_STRICT</a:t>
            </a:r>
            <a:endParaRPr b="0" i="0" sz="1600" u="none" cap="none" strike="noStrike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83" name="Google Shape;283;p2"/>
          <p:cNvSpPr/>
          <p:nvPr/>
        </p:nvSpPr>
        <p:spPr>
          <a:xfrm>
            <a:off x="4218559" y="4033185"/>
            <a:ext cx="741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med">
    <p:fade thruBlk="1"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g_interna.png" id="289" name="Google Shape;289;g31531b2b32b_1_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395" y="1587"/>
            <a:ext cx="9983346" cy="5658307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g31531b2b32b_1_10"/>
          <p:cNvSpPr/>
          <p:nvPr/>
        </p:nvSpPr>
        <p:spPr>
          <a:xfrm>
            <a:off x="742438" y="317514"/>
            <a:ext cx="4816500" cy="38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2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SOBRESCRITA DE MÉTODOS</a:t>
            </a:r>
            <a:endParaRPr b="0" i="0" sz="20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g31531b2b32b_1_10"/>
          <p:cNvSpPr/>
          <p:nvPr/>
        </p:nvSpPr>
        <p:spPr>
          <a:xfrm>
            <a:off x="374138" y="1195136"/>
            <a:ext cx="137700" cy="3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2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i="0" sz="2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g31531b2b32b_1_10"/>
          <p:cNvSpPr/>
          <p:nvPr/>
        </p:nvSpPr>
        <p:spPr>
          <a:xfrm>
            <a:off x="660205" y="1229025"/>
            <a:ext cx="27846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Acompanhe o exemplo: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3" name="Google Shape;293;g31531b2b32b_1_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8575" y="1729994"/>
            <a:ext cx="4057650" cy="2361565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g31531b2b32b_1_10"/>
          <p:cNvSpPr/>
          <p:nvPr/>
        </p:nvSpPr>
        <p:spPr>
          <a:xfrm>
            <a:off x="318575" y="1729994"/>
            <a:ext cx="4057650" cy="2361565"/>
          </a:xfrm>
          <a:custGeom>
            <a:rect b="b" l="l" r="r" t="t"/>
            <a:pathLst>
              <a:path extrusionOk="0" h="2361565" w="4057650">
                <a:moveTo>
                  <a:pt x="0" y="2361565"/>
                </a:moveTo>
                <a:lnTo>
                  <a:pt x="4057650" y="2361565"/>
                </a:lnTo>
                <a:lnTo>
                  <a:pt x="4057650" y="0"/>
                </a:lnTo>
                <a:lnTo>
                  <a:pt x="0" y="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pic>
        <p:nvPicPr>
          <p:cNvPr id="295" name="Google Shape;295;g31531b2b32b_1_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90550" y="1768094"/>
            <a:ext cx="5162550" cy="1361694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g31531b2b32b_1_10"/>
          <p:cNvSpPr/>
          <p:nvPr/>
        </p:nvSpPr>
        <p:spPr>
          <a:xfrm>
            <a:off x="4690550" y="1768094"/>
            <a:ext cx="5162550" cy="1361694"/>
          </a:xfrm>
          <a:custGeom>
            <a:rect b="b" l="l" r="r" t="t"/>
            <a:pathLst>
              <a:path extrusionOk="0" h="1361694" w="5162550">
                <a:moveTo>
                  <a:pt x="0" y="1361694"/>
                </a:moveTo>
                <a:lnTo>
                  <a:pt x="5162550" y="1361694"/>
                </a:lnTo>
                <a:lnTo>
                  <a:pt x="5162550" y="0"/>
                </a:lnTo>
                <a:lnTo>
                  <a:pt x="0" y="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7" name="Google Shape;297;g31531b2b32b_1_10"/>
          <p:cNvSpPr/>
          <p:nvPr/>
        </p:nvSpPr>
        <p:spPr>
          <a:xfrm>
            <a:off x="335403" y="4214160"/>
            <a:ext cx="8211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Classe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g31531b2b32b_1_10"/>
          <p:cNvSpPr/>
          <p:nvPr/>
        </p:nvSpPr>
        <p:spPr>
          <a:xfrm>
            <a:off x="1069780" y="4214160"/>
            <a:ext cx="3504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pai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g31531b2b32b_1_10"/>
          <p:cNvSpPr/>
          <p:nvPr/>
        </p:nvSpPr>
        <p:spPr>
          <a:xfrm>
            <a:off x="1451161" y="4214160"/>
            <a:ext cx="888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g31531b2b32b_1_10"/>
          <p:cNvSpPr/>
          <p:nvPr/>
        </p:nvSpPr>
        <p:spPr>
          <a:xfrm>
            <a:off x="1517869" y="4214160"/>
            <a:ext cx="9072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Pessoa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g31531b2b32b_1_10"/>
          <p:cNvSpPr/>
          <p:nvPr/>
        </p:nvSpPr>
        <p:spPr>
          <a:xfrm>
            <a:off x="2202852" y="4214160"/>
            <a:ext cx="888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g31531b2b32b_1_10"/>
          <p:cNvSpPr/>
          <p:nvPr/>
        </p:nvSpPr>
        <p:spPr>
          <a:xfrm>
            <a:off x="2385500" y="4214160"/>
            <a:ext cx="5256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g31531b2b32b_1_10"/>
          <p:cNvSpPr/>
          <p:nvPr/>
        </p:nvSpPr>
        <p:spPr>
          <a:xfrm>
            <a:off x="2890579" y="4214160"/>
            <a:ext cx="1482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g31531b2b32b_1_10"/>
          <p:cNvSpPr/>
          <p:nvPr/>
        </p:nvSpPr>
        <p:spPr>
          <a:xfrm>
            <a:off x="3129085" y="4214160"/>
            <a:ext cx="8823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método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g31531b2b32b_1_10"/>
          <p:cNvSpPr/>
          <p:nvPr/>
        </p:nvSpPr>
        <p:spPr>
          <a:xfrm>
            <a:off x="335403" y="4500228"/>
            <a:ext cx="16326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1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mostraNome</a:t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g31531b2b32b_1_10"/>
          <p:cNvSpPr/>
          <p:nvPr/>
        </p:nvSpPr>
        <p:spPr>
          <a:xfrm>
            <a:off x="1565461" y="4500228"/>
            <a:ext cx="1773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1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()</a:t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g31531b2b32b_1_10"/>
          <p:cNvSpPr/>
          <p:nvPr/>
        </p:nvSpPr>
        <p:spPr>
          <a:xfrm>
            <a:off x="5654480" y="3279440"/>
            <a:ext cx="15561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Classe filha (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g31531b2b32b_1_10"/>
          <p:cNvSpPr/>
          <p:nvPr/>
        </p:nvSpPr>
        <p:spPr>
          <a:xfrm>
            <a:off x="6826944" y="3279440"/>
            <a:ext cx="18315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PessoaJuridica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g31531b2b32b_1_10"/>
          <p:cNvSpPr/>
          <p:nvPr/>
        </p:nvSpPr>
        <p:spPr>
          <a:xfrm>
            <a:off x="8209466" y="3279440"/>
            <a:ext cx="888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g31531b2b32b_1_10"/>
          <p:cNvSpPr/>
          <p:nvPr/>
        </p:nvSpPr>
        <p:spPr>
          <a:xfrm>
            <a:off x="8276181" y="3279440"/>
            <a:ext cx="20667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com um método 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g31531b2b32b_1_10"/>
          <p:cNvSpPr/>
          <p:nvPr/>
        </p:nvSpPr>
        <p:spPr>
          <a:xfrm>
            <a:off x="7017825" y="3565445"/>
            <a:ext cx="36540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 mesmo nome da classe pai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med">
    <p:fade thruBlk="1"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g_interna.png" id="317" name="Google Shape;317;g31531b2b32b_1_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395" y="1587"/>
            <a:ext cx="9983346" cy="5658307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g31531b2b32b_1_39"/>
          <p:cNvSpPr/>
          <p:nvPr/>
        </p:nvSpPr>
        <p:spPr>
          <a:xfrm>
            <a:off x="749888" y="317514"/>
            <a:ext cx="4816500" cy="38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2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SOBRESCRITA DE MÉTODOS</a:t>
            </a:r>
            <a:endParaRPr b="0" i="0" sz="20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g31531b2b32b_1_39"/>
          <p:cNvSpPr/>
          <p:nvPr/>
        </p:nvSpPr>
        <p:spPr>
          <a:xfrm>
            <a:off x="5227590" y="2147489"/>
            <a:ext cx="54135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Aqui é instanciado um novo objeto da classe 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g31531b2b32b_1_39"/>
          <p:cNvSpPr/>
          <p:nvPr/>
        </p:nvSpPr>
        <p:spPr>
          <a:xfrm>
            <a:off x="5227590" y="2433874"/>
            <a:ext cx="18312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PessoaJuridica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g31531b2b32b_1_39"/>
          <p:cNvSpPr/>
          <p:nvPr/>
        </p:nvSpPr>
        <p:spPr>
          <a:xfrm>
            <a:off x="6657610" y="2433874"/>
            <a:ext cx="13266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 o método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g31531b2b32b_1_39"/>
          <p:cNvSpPr/>
          <p:nvPr/>
        </p:nvSpPr>
        <p:spPr>
          <a:xfrm>
            <a:off x="7734951" y="2433874"/>
            <a:ext cx="16326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1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mostraNome</a:t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g31531b2b32b_1_39"/>
          <p:cNvSpPr/>
          <p:nvPr/>
        </p:nvSpPr>
        <p:spPr>
          <a:xfrm>
            <a:off x="8964946" y="2433874"/>
            <a:ext cx="1773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1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()</a:t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g31531b2b32b_1_39"/>
          <p:cNvSpPr/>
          <p:nvPr/>
        </p:nvSpPr>
        <p:spPr>
          <a:xfrm>
            <a:off x="9098296" y="2433874"/>
            <a:ext cx="741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1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g31531b2b32b_1_39"/>
          <p:cNvSpPr/>
          <p:nvPr/>
        </p:nvSpPr>
        <p:spPr>
          <a:xfrm>
            <a:off x="9174750" y="2433874"/>
            <a:ext cx="2259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é 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g31531b2b32b_1_39"/>
          <p:cNvSpPr/>
          <p:nvPr/>
        </p:nvSpPr>
        <p:spPr>
          <a:xfrm>
            <a:off x="5227590" y="2710480"/>
            <a:ext cx="11502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chamado.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7" name="Google Shape;327;g31531b2b32b_1_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2200" y="1549019"/>
            <a:ext cx="4895850" cy="1466469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g31531b2b32b_1_39"/>
          <p:cNvSpPr/>
          <p:nvPr/>
        </p:nvSpPr>
        <p:spPr>
          <a:xfrm>
            <a:off x="202200" y="1549019"/>
            <a:ext cx="4895850" cy="1466469"/>
          </a:xfrm>
          <a:custGeom>
            <a:rect b="b" l="l" r="r" t="t"/>
            <a:pathLst>
              <a:path extrusionOk="0" h="1466469" w="4895850">
                <a:moveTo>
                  <a:pt x="0" y="1466469"/>
                </a:moveTo>
                <a:lnTo>
                  <a:pt x="4895850" y="1466469"/>
                </a:lnTo>
                <a:lnTo>
                  <a:pt x="4895850" y="0"/>
                </a:lnTo>
                <a:lnTo>
                  <a:pt x="0" y="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pic>
        <p:nvPicPr>
          <p:cNvPr id="329" name="Google Shape;329;g31531b2b32b_1_3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93375" y="3672574"/>
            <a:ext cx="4076700" cy="799909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g31531b2b32b_1_39"/>
          <p:cNvSpPr/>
          <p:nvPr/>
        </p:nvSpPr>
        <p:spPr>
          <a:xfrm>
            <a:off x="5793375" y="3672574"/>
            <a:ext cx="4076700" cy="799909"/>
          </a:xfrm>
          <a:custGeom>
            <a:rect b="b" l="l" r="r" t="t"/>
            <a:pathLst>
              <a:path extrusionOk="0" h="799909" w="4076700">
                <a:moveTo>
                  <a:pt x="0" y="799909"/>
                </a:moveTo>
                <a:lnTo>
                  <a:pt x="4076700" y="799909"/>
                </a:lnTo>
                <a:lnTo>
                  <a:pt x="4076700" y="0"/>
                </a:lnTo>
                <a:lnTo>
                  <a:pt x="0" y="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1" name="Google Shape;331;g31531b2b32b_1_39"/>
          <p:cNvSpPr/>
          <p:nvPr/>
        </p:nvSpPr>
        <p:spPr>
          <a:xfrm>
            <a:off x="1051513" y="3695620"/>
            <a:ext cx="58491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Verifique o resultado apresentado no navegador.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g31531b2b32b_1_39"/>
          <p:cNvSpPr/>
          <p:nvPr/>
        </p:nvSpPr>
        <p:spPr>
          <a:xfrm>
            <a:off x="5513721" y="3695620"/>
            <a:ext cx="2766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 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g31531b2b32b_1_39"/>
          <p:cNvSpPr/>
          <p:nvPr/>
        </p:nvSpPr>
        <p:spPr>
          <a:xfrm>
            <a:off x="441595" y="3981750"/>
            <a:ext cx="70071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método pai foi "sobrescrito", tomando como preferencial o 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g31531b2b32b_1_39"/>
          <p:cNvSpPr/>
          <p:nvPr/>
        </p:nvSpPr>
        <p:spPr>
          <a:xfrm>
            <a:off x="1576086" y="4258293"/>
            <a:ext cx="54258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método de mesmo nome da classe estendida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med">
    <p:fade thruBlk="1"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g_interna.png" id="340" name="Google Shape;340;g31531b2b32b_1_6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395" y="1587"/>
            <a:ext cx="9983346" cy="565830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41" name="Google Shape;341;g31531b2b32b_1_69"/>
          <p:cNvGrpSpPr/>
          <p:nvPr/>
        </p:nvGrpSpPr>
        <p:grpSpPr>
          <a:xfrm>
            <a:off x="194775" y="317514"/>
            <a:ext cx="10919531" cy="4421606"/>
            <a:chOff x="152400" y="311164"/>
            <a:chExt cx="10919531" cy="4421606"/>
          </a:xfrm>
        </p:grpSpPr>
        <p:sp>
          <p:nvSpPr>
            <p:cNvPr id="342" name="Google Shape;342;g31531b2b32b_1_69"/>
            <p:cNvSpPr/>
            <p:nvPr/>
          </p:nvSpPr>
          <p:spPr>
            <a:xfrm>
              <a:off x="700088" y="311164"/>
              <a:ext cx="4816500" cy="381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16"/>
                </a:lnSpc>
                <a:spcBef>
                  <a:spcPts val="0"/>
                </a:spcBef>
                <a:spcAft>
                  <a:spcPts val="800"/>
                </a:spcAft>
                <a:buNone/>
              </a:pPr>
              <a:r>
                <a:rPr b="0" i="0" lang="pt-BR" sz="205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SOBRESCRITA DE MÉTODOS</a:t>
              </a:r>
              <a:endParaRPr b="0" i="0" sz="2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3" name="Google Shape;343;g31531b2b32b_1_69"/>
            <p:cNvSpPr/>
            <p:nvPr/>
          </p:nvSpPr>
          <p:spPr>
            <a:xfrm>
              <a:off x="6026531" y="1491568"/>
              <a:ext cx="5045400" cy="29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16"/>
                </a:lnSpc>
                <a:spcBef>
                  <a:spcPts val="0"/>
                </a:spcBef>
                <a:spcAft>
                  <a:spcPts val="800"/>
                </a:spcAft>
                <a:buNone/>
              </a:pPr>
              <a:r>
                <a:rPr b="0" i="0" lang="pt-BR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Neste exemplo além de sobrescrevermos </a:t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4" name="Google Shape;344;g31531b2b32b_1_69"/>
            <p:cNvSpPr/>
            <p:nvPr/>
          </p:nvSpPr>
          <p:spPr>
            <a:xfrm>
              <a:off x="6026531" y="1777284"/>
              <a:ext cx="2781600" cy="29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16"/>
                </a:lnSpc>
                <a:spcBef>
                  <a:spcPts val="0"/>
                </a:spcBef>
                <a:spcAft>
                  <a:spcPts val="800"/>
                </a:spcAft>
                <a:buNone/>
              </a:pPr>
              <a:r>
                <a:rPr b="0" i="0" lang="pt-BR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o método, utilizamos o </a:t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5" name="Google Shape;345;g31531b2b32b_1_69"/>
            <p:cNvSpPr/>
            <p:nvPr/>
          </p:nvSpPr>
          <p:spPr>
            <a:xfrm>
              <a:off x="6026531" y="2053890"/>
              <a:ext cx="744900" cy="29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16"/>
                </a:lnSpc>
                <a:spcBef>
                  <a:spcPts val="0"/>
                </a:spcBef>
                <a:spcAft>
                  <a:spcPts val="800"/>
                </a:spcAft>
                <a:buNone/>
              </a:pPr>
              <a:r>
                <a:rPr b="0" i="0" lang="pt-BR" sz="1600" u="none" cap="none" strike="noStrike">
                  <a:solidFill>
                    <a:srgbClr val="2D2DB9"/>
                  </a:solidFill>
                  <a:latin typeface="Arial"/>
                  <a:ea typeface="Arial"/>
                  <a:cs typeface="Arial"/>
                  <a:sym typeface="Arial"/>
                </a:rPr>
                <a:t>parent</a:t>
              </a:r>
              <a:endParaRPr b="0" i="0" sz="1600" u="none" cap="none" strike="noStrike">
                <a:solidFill>
                  <a:srgbClr val="2D2DB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6" name="Google Shape;346;g31531b2b32b_1_69"/>
            <p:cNvSpPr/>
            <p:nvPr/>
          </p:nvSpPr>
          <p:spPr>
            <a:xfrm>
              <a:off x="6588760" y="2053890"/>
              <a:ext cx="150600" cy="29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16"/>
                </a:lnSpc>
                <a:spcBef>
                  <a:spcPts val="0"/>
                </a:spcBef>
                <a:spcAft>
                  <a:spcPts val="800"/>
                </a:spcAft>
                <a:buNone/>
              </a:pPr>
              <a:r>
                <a:rPr b="0" i="0" lang="pt-BR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::</a:t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7" name="Google Shape;347;g31531b2b32b_1_69"/>
            <p:cNvSpPr/>
            <p:nvPr/>
          </p:nvSpPr>
          <p:spPr>
            <a:xfrm>
              <a:off x="6703441" y="2053890"/>
              <a:ext cx="1696500" cy="29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16"/>
                </a:lnSpc>
                <a:spcBef>
                  <a:spcPts val="0"/>
                </a:spcBef>
                <a:spcAft>
                  <a:spcPts val="800"/>
                </a:spcAft>
                <a:buNone/>
              </a:pPr>
              <a:r>
                <a:rPr b="0" i="1" lang="pt-BR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mostraNome()</a:t>
              </a:r>
              <a:endParaRPr b="0" i="1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8" name="Google Shape;348;g31531b2b32b_1_69"/>
            <p:cNvSpPr/>
            <p:nvPr/>
          </p:nvSpPr>
          <p:spPr>
            <a:xfrm>
              <a:off x="7980934" y="2053890"/>
              <a:ext cx="2388600" cy="29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16"/>
                </a:lnSpc>
                <a:spcBef>
                  <a:spcPts val="0"/>
                </a:spcBef>
                <a:spcAft>
                  <a:spcPts val="800"/>
                </a:spcAft>
                <a:buNone/>
              </a:pPr>
              <a:r>
                <a:rPr b="0" i="0" lang="pt-BR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;, isso significa que </a:t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9" name="Google Shape;349;g31531b2b32b_1_69"/>
            <p:cNvSpPr/>
            <p:nvPr/>
          </p:nvSpPr>
          <p:spPr>
            <a:xfrm>
              <a:off x="6026531" y="2330496"/>
              <a:ext cx="4161900" cy="29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16"/>
                </a:lnSpc>
                <a:spcBef>
                  <a:spcPts val="0"/>
                </a:spcBef>
                <a:spcAft>
                  <a:spcPts val="800"/>
                </a:spcAft>
                <a:buNone/>
              </a:pPr>
              <a:r>
                <a:rPr b="0" i="0" lang="pt-BR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estamos chamando diretamente o </a:t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0" name="Google Shape;350;g31531b2b32b_1_69"/>
            <p:cNvSpPr/>
            <p:nvPr/>
          </p:nvSpPr>
          <p:spPr>
            <a:xfrm>
              <a:off x="6026531" y="2616500"/>
              <a:ext cx="4718100" cy="29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16"/>
                </a:lnSpc>
                <a:spcBef>
                  <a:spcPts val="0"/>
                </a:spcBef>
                <a:spcAft>
                  <a:spcPts val="800"/>
                </a:spcAft>
                <a:buNone/>
              </a:pPr>
              <a:r>
                <a:rPr b="0" i="0" lang="pt-BR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método declarado dentro da classe pai.</a:t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51" name="Google Shape;351;g31531b2b32b_1_6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52400" y="1447546"/>
              <a:ext cx="5734050" cy="191401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2" name="Google Shape;352;g31531b2b32b_1_69"/>
            <p:cNvSpPr/>
            <p:nvPr/>
          </p:nvSpPr>
          <p:spPr>
            <a:xfrm>
              <a:off x="152400" y="1447546"/>
              <a:ext cx="5734050" cy="1914017"/>
            </a:xfrm>
            <a:custGeom>
              <a:rect b="b" l="l" r="r" t="t"/>
              <a:pathLst>
                <a:path extrusionOk="0" h="1914017" w="5734050">
                  <a:moveTo>
                    <a:pt x="0" y="1914017"/>
                  </a:moveTo>
                  <a:lnTo>
                    <a:pt x="5734050" y="1914017"/>
                  </a:lnTo>
                  <a:lnTo>
                    <a:pt x="573405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sp>
        <p:pic>
          <p:nvPicPr>
            <p:cNvPr id="353" name="Google Shape;353;g31531b2b32b_1_69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791200" y="3609099"/>
              <a:ext cx="4105275" cy="112367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4" name="Google Shape;354;g31531b2b32b_1_69"/>
            <p:cNvSpPr/>
            <p:nvPr/>
          </p:nvSpPr>
          <p:spPr>
            <a:xfrm>
              <a:off x="5791200" y="3609099"/>
              <a:ext cx="4105275" cy="1123671"/>
            </a:xfrm>
            <a:custGeom>
              <a:rect b="b" l="l" r="r" t="t"/>
              <a:pathLst>
                <a:path extrusionOk="0" h="1123671" w="4105275">
                  <a:moveTo>
                    <a:pt x="0" y="1123671"/>
                  </a:moveTo>
                  <a:lnTo>
                    <a:pt x="4105275" y="1123671"/>
                  </a:lnTo>
                  <a:lnTo>
                    <a:pt x="4105275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355" name="Google Shape;355;g31531b2b32b_1_69"/>
            <p:cNvSpPr/>
            <p:nvPr/>
          </p:nvSpPr>
          <p:spPr>
            <a:xfrm>
              <a:off x="3215259" y="3827445"/>
              <a:ext cx="3350700" cy="29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16"/>
                </a:lnSpc>
                <a:spcBef>
                  <a:spcPts val="0"/>
                </a:spcBef>
                <a:spcAft>
                  <a:spcPts val="800"/>
                </a:spcAft>
                <a:buNone/>
              </a:pPr>
              <a:r>
                <a:rPr b="0" i="0" lang="pt-BR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Dessa forma, tanto a lógica </a:t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6" name="Google Shape;356;g31531b2b32b_1_69"/>
            <p:cNvSpPr/>
            <p:nvPr/>
          </p:nvSpPr>
          <p:spPr>
            <a:xfrm>
              <a:off x="2214245" y="4114117"/>
              <a:ext cx="4678800" cy="29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16"/>
                </a:lnSpc>
                <a:spcBef>
                  <a:spcPts val="0"/>
                </a:spcBef>
                <a:spcAft>
                  <a:spcPts val="800"/>
                </a:spcAft>
                <a:buNone/>
              </a:pPr>
              <a:r>
                <a:rPr b="0" i="0" lang="pt-BR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implementada na classe pai quanto na </a:t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7" name="Google Shape;357;g31531b2b32b_1_69"/>
            <p:cNvSpPr/>
            <p:nvPr/>
          </p:nvSpPr>
          <p:spPr>
            <a:xfrm>
              <a:off x="2633726" y="4390373"/>
              <a:ext cx="1312200" cy="29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16"/>
                </a:lnSpc>
                <a:spcBef>
                  <a:spcPts val="0"/>
                </a:spcBef>
                <a:spcAft>
                  <a:spcPts val="800"/>
                </a:spcAft>
                <a:buNone/>
              </a:pPr>
              <a:r>
                <a:rPr b="0" i="0" lang="pt-BR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classe filha</a:t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8" name="Google Shape;358;g31531b2b32b_1_69"/>
            <p:cNvSpPr/>
            <p:nvPr/>
          </p:nvSpPr>
          <p:spPr>
            <a:xfrm>
              <a:off x="3691890" y="4390373"/>
              <a:ext cx="2648400" cy="29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16"/>
                </a:lnSpc>
                <a:spcBef>
                  <a:spcPts val="0"/>
                </a:spcBef>
                <a:spcAft>
                  <a:spcPts val="800"/>
                </a:spcAft>
                <a:buNone/>
              </a:pPr>
              <a:r>
                <a:rPr b="0" i="0" lang="pt-BR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são executadas. Veja:</a:t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ransition spd="med">
    <p:fade thruBlk="1"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g_interna.png" id="364" name="Google Shape;364;g31531b2b32b_1_9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395" y="1587"/>
            <a:ext cx="9983346" cy="565830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65" name="Google Shape;365;g31531b2b32b_1_94"/>
          <p:cNvGrpSpPr/>
          <p:nvPr/>
        </p:nvGrpSpPr>
        <p:grpSpPr>
          <a:xfrm>
            <a:off x="381000" y="317514"/>
            <a:ext cx="9250406" cy="4743556"/>
            <a:chOff x="331788" y="311164"/>
            <a:chExt cx="9250406" cy="4743556"/>
          </a:xfrm>
        </p:grpSpPr>
        <p:sp>
          <p:nvSpPr>
            <p:cNvPr id="366" name="Google Shape;366;g31531b2b32b_1_94"/>
            <p:cNvSpPr/>
            <p:nvPr/>
          </p:nvSpPr>
          <p:spPr>
            <a:xfrm>
              <a:off x="700088" y="311164"/>
              <a:ext cx="1831200" cy="381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16"/>
                </a:lnSpc>
                <a:spcBef>
                  <a:spcPts val="0"/>
                </a:spcBef>
                <a:spcAft>
                  <a:spcPts val="800"/>
                </a:spcAft>
                <a:buNone/>
              </a:pPr>
              <a:r>
                <a:rPr b="0" i="0" lang="pt-BR" sz="205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ABSTRACT</a:t>
              </a:r>
              <a:endParaRPr b="0" i="0" sz="2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7" name="Google Shape;367;g31531b2b32b_1_94"/>
            <p:cNvSpPr/>
            <p:nvPr/>
          </p:nvSpPr>
          <p:spPr>
            <a:xfrm>
              <a:off x="331788" y="1115126"/>
              <a:ext cx="137700" cy="36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16"/>
                </a:lnSpc>
                <a:spcBef>
                  <a:spcPts val="0"/>
                </a:spcBef>
                <a:spcAft>
                  <a:spcPts val="800"/>
                </a:spcAft>
                <a:buNone/>
              </a:pPr>
              <a:r>
                <a:rPr b="0" i="0" lang="pt-BR" sz="235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•</a:t>
              </a:r>
              <a:endParaRPr b="0" i="0" sz="2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8" name="Google Shape;368;g31531b2b32b_1_94"/>
            <p:cNvSpPr/>
            <p:nvPr/>
          </p:nvSpPr>
          <p:spPr>
            <a:xfrm>
              <a:off x="617855" y="1149015"/>
              <a:ext cx="5048100" cy="29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16"/>
                </a:lnSpc>
                <a:spcBef>
                  <a:spcPts val="0"/>
                </a:spcBef>
                <a:spcAft>
                  <a:spcPts val="800"/>
                </a:spcAft>
                <a:buNone/>
              </a:pPr>
              <a:r>
                <a:rPr b="0" i="0" lang="pt-BR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Veja o diagrama ao lado. Temos a classe </a:t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9" name="Google Shape;369;g31531b2b32b_1_94"/>
            <p:cNvSpPr/>
            <p:nvPr/>
          </p:nvSpPr>
          <p:spPr>
            <a:xfrm>
              <a:off x="617855" y="1435019"/>
              <a:ext cx="6047700" cy="29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16"/>
                </a:lnSpc>
                <a:spcBef>
                  <a:spcPts val="0"/>
                </a:spcBef>
                <a:spcAft>
                  <a:spcPts val="800"/>
                </a:spcAft>
                <a:buNone/>
              </a:pPr>
              <a:r>
                <a:rPr b="0" i="0" lang="pt-BR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Automóvel (pai) e as classes Moto e Carro (filhas).</a:t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0" name="Google Shape;370;g31531b2b32b_1_94"/>
            <p:cNvSpPr/>
            <p:nvPr/>
          </p:nvSpPr>
          <p:spPr>
            <a:xfrm>
              <a:off x="331788" y="1954596"/>
              <a:ext cx="137700" cy="36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16"/>
                </a:lnSpc>
                <a:spcBef>
                  <a:spcPts val="0"/>
                </a:spcBef>
                <a:spcAft>
                  <a:spcPts val="800"/>
                </a:spcAft>
                <a:buNone/>
              </a:pPr>
              <a:r>
                <a:rPr b="0" i="0" lang="pt-BR" sz="235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•</a:t>
              </a:r>
              <a:endParaRPr b="0" i="0" sz="2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1" name="Google Shape;371;g31531b2b32b_1_94"/>
            <p:cNvSpPr/>
            <p:nvPr/>
          </p:nvSpPr>
          <p:spPr>
            <a:xfrm>
              <a:off x="617855" y="1988485"/>
              <a:ext cx="5921100" cy="29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16"/>
                </a:lnSpc>
                <a:spcBef>
                  <a:spcPts val="0"/>
                </a:spcBef>
                <a:spcAft>
                  <a:spcPts val="800"/>
                </a:spcAft>
                <a:buNone/>
              </a:pPr>
              <a:r>
                <a:rPr b="0" i="0" lang="pt-BR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Moto e Carro são classes específicas e detalham </a:t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2" name="Google Shape;372;g31531b2b32b_1_94"/>
            <p:cNvSpPr/>
            <p:nvPr/>
          </p:nvSpPr>
          <p:spPr>
            <a:xfrm>
              <a:off x="617855" y="2274489"/>
              <a:ext cx="1047300" cy="29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16"/>
                </a:lnSpc>
                <a:spcBef>
                  <a:spcPts val="0"/>
                </a:spcBef>
                <a:spcAft>
                  <a:spcPts val="800"/>
                </a:spcAft>
                <a:buNone/>
              </a:pPr>
              <a:r>
                <a:rPr b="0" i="0" lang="pt-BR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de forma</a:t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3" name="Google Shape;373;g31531b2b32b_1_94"/>
            <p:cNvSpPr/>
            <p:nvPr/>
          </p:nvSpPr>
          <p:spPr>
            <a:xfrm>
              <a:off x="1475994" y="2274489"/>
              <a:ext cx="2676600" cy="29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16"/>
                </a:lnSpc>
                <a:spcBef>
                  <a:spcPts val="0"/>
                </a:spcBef>
                <a:spcAft>
                  <a:spcPts val="800"/>
                </a:spcAft>
                <a:buNone/>
              </a:pPr>
              <a:r>
                <a:rPr b="0" i="0" lang="pt-BR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completa seus objetos</a:t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4" name="Google Shape;374;g31531b2b32b_1_94"/>
            <p:cNvSpPr/>
            <p:nvPr/>
          </p:nvSpPr>
          <p:spPr>
            <a:xfrm>
              <a:off x="331788" y="2803591"/>
              <a:ext cx="137700" cy="36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16"/>
                </a:lnSpc>
                <a:spcBef>
                  <a:spcPts val="0"/>
                </a:spcBef>
                <a:spcAft>
                  <a:spcPts val="800"/>
                </a:spcAft>
                <a:buNone/>
              </a:pPr>
              <a:r>
                <a:rPr b="0" i="0" lang="pt-BR" sz="235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•</a:t>
              </a:r>
              <a:endParaRPr b="0" i="0" sz="2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5" name="Google Shape;375;g31531b2b32b_1_94"/>
            <p:cNvSpPr/>
            <p:nvPr/>
          </p:nvSpPr>
          <p:spPr>
            <a:xfrm>
              <a:off x="617855" y="2837480"/>
              <a:ext cx="5882100" cy="29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16"/>
                </a:lnSpc>
                <a:spcBef>
                  <a:spcPts val="0"/>
                </a:spcBef>
                <a:spcAft>
                  <a:spcPts val="800"/>
                </a:spcAft>
                <a:buNone/>
              </a:pPr>
              <a:r>
                <a:rPr b="0" i="0" lang="pt-BR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Assim sendo, os objetos deste contexto deverão </a:t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6" name="Google Shape;376;g31531b2b32b_1_94"/>
            <p:cNvSpPr/>
            <p:nvPr/>
          </p:nvSpPr>
          <p:spPr>
            <a:xfrm>
              <a:off x="617855" y="3114086"/>
              <a:ext cx="5729700" cy="29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16"/>
                </a:lnSpc>
                <a:spcBef>
                  <a:spcPts val="0"/>
                </a:spcBef>
                <a:spcAft>
                  <a:spcPts val="800"/>
                </a:spcAft>
                <a:buNone/>
              </a:pPr>
              <a:r>
                <a:rPr b="0" i="0" lang="pt-BR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ser criados a partir das classes filhas, não mais </a:t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7" name="Google Shape;377;g31531b2b32b_1_94"/>
            <p:cNvSpPr/>
            <p:nvPr/>
          </p:nvSpPr>
          <p:spPr>
            <a:xfrm>
              <a:off x="617855" y="3400090"/>
              <a:ext cx="5782500" cy="29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16"/>
                </a:lnSpc>
                <a:spcBef>
                  <a:spcPts val="0"/>
                </a:spcBef>
                <a:spcAft>
                  <a:spcPts val="800"/>
                </a:spcAft>
                <a:buNone/>
              </a:pPr>
              <a:r>
                <a:rPr b="0" i="0" lang="pt-BR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diretamente da classe Automóvel pois o mesmo </a:t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8" name="Google Shape;378;g31531b2b32b_1_94"/>
            <p:cNvSpPr/>
            <p:nvPr/>
          </p:nvSpPr>
          <p:spPr>
            <a:xfrm>
              <a:off x="617855" y="3676570"/>
              <a:ext cx="806700" cy="29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16"/>
                </a:lnSpc>
                <a:spcBef>
                  <a:spcPts val="0"/>
                </a:spcBef>
                <a:spcAft>
                  <a:spcPts val="800"/>
                </a:spcAft>
                <a:buNone/>
              </a:pPr>
              <a:r>
                <a:rPr b="0" i="0" lang="pt-BR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mostra</a:t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9" name="Google Shape;379;g31531b2b32b_1_94"/>
            <p:cNvSpPr/>
            <p:nvPr/>
          </p:nvSpPr>
          <p:spPr>
            <a:xfrm>
              <a:off x="1228090" y="3676570"/>
              <a:ext cx="88800" cy="29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16"/>
                </a:lnSpc>
                <a:spcBef>
                  <a:spcPts val="0"/>
                </a:spcBef>
                <a:spcAft>
                  <a:spcPts val="800"/>
                </a:spcAft>
                <a:buNone/>
              </a:pPr>
              <a:r>
                <a:rPr b="0" i="0" lang="pt-BR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-</a:t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0" name="Google Shape;380;g31531b2b32b_1_94"/>
            <p:cNvSpPr/>
            <p:nvPr/>
          </p:nvSpPr>
          <p:spPr>
            <a:xfrm>
              <a:off x="1294765" y="3676570"/>
              <a:ext cx="5187900" cy="29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16"/>
                </a:lnSpc>
                <a:spcBef>
                  <a:spcPts val="0"/>
                </a:spcBef>
                <a:spcAft>
                  <a:spcPts val="800"/>
                </a:spcAft>
                <a:buNone/>
              </a:pPr>
              <a:r>
                <a:rPr b="0" i="0" lang="pt-BR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se genérico, e, não pode designar nem um </a:t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1" name="Google Shape;381;g31531b2b32b_1_94"/>
            <p:cNvSpPr/>
            <p:nvPr/>
          </p:nvSpPr>
          <p:spPr>
            <a:xfrm>
              <a:off x="617855" y="3953717"/>
              <a:ext cx="2592300" cy="29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16"/>
                </a:lnSpc>
                <a:spcBef>
                  <a:spcPts val="0"/>
                </a:spcBef>
                <a:spcAft>
                  <a:spcPts val="800"/>
                </a:spcAft>
                <a:buNone/>
              </a:pPr>
              <a:r>
                <a:rPr b="0" i="0" lang="pt-BR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carro, tampouco uma </a:t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2" name="Google Shape;382;g31531b2b32b_1_94"/>
            <p:cNvSpPr/>
            <p:nvPr/>
          </p:nvSpPr>
          <p:spPr>
            <a:xfrm>
              <a:off x="2600960" y="3953717"/>
              <a:ext cx="656100" cy="29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16"/>
                </a:lnSpc>
                <a:spcBef>
                  <a:spcPts val="0"/>
                </a:spcBef>
                <a:spcAft>
                  <a:spcPts val="800"/>
                </a:spcAft>
                <a:buNone/>
              </a:pPr>
              <a:r>
                <a:rPr b="0" i="0" lang="pt-BR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moto.</a:t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83" name="Google Shape;383;g31531b2b32b_1_9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467350" y="1571244"/>
              <a:ext cx="4000499" cy="218071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4" name="Google Shape;384;g31531b2b32b_1_94"/>
            <p:cNvSpPr/>
            <p:nvPr/>
          </p:nvSpPr>
          <p:spPr>
            <a:xfrm>
              <a:off x="5467350" y="1571244"/>
              <a:ext cx="4000500" cy="2180717"/>
            </a:xfrm>
            <a:custGeom>
              <a:rect b="b" l="l" r="r" t="t"/>
              <a:pathLst>
                <a:path extrusionOk="0" h="2180717" w="4000500">
                  <a:moveTo>
                    <a:pt x="0" y="2180717"/>
                  </a:moveTo>
                  <a:lnTo>
                    <a:pt x="4000500" y="2180717"/>
                  </a:lnTo>
                  <a:lnTo>
                    <a:pt x="40005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385" name="Google Shape;385;g31531b2b32b_1_94"/>
            <p:cNvSpPr/>
            <p:nvPr/>
          </p:nvSpPr>
          <p:spPr>
            <a:xfrm>
              <a:off x="332423" y="4507108"/>
              <a:ext cx="93300" cy="25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16"/>
                </a:lnSpc>
                <a:spcBef>
                  <a:spcPts val="0"/>
                </a:spcBef>
                <a:spcAft>
                  <a:spcPts val="800"/>
                </a:spcAft>
                <a:buNone/>
              </a:pPr>
              <a:r>
                <a:rPr b="0" i="0" lang="pt-BR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•</a:t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6" name="Google Shape;386;g31531b2b32b_1_94"/>
            <p:cNvSpPr/>
            <p:nvPr/>
          </p:nvSpPr>
          <p:spPr>
            <a:xfrm>
              <a:off x="618490" y="4471653"/>
              <a:ext cx="3614700" cy="29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16"/>
                </a:lnSpc>
                <a:spcBef>
                  <a:spcPts val="0"/>
                </a:spcBef>
                <a:spcAft>
                  <a:spcPts val="800"/>
                </a:spcAft>
                <a:buNone/>
              </a:pPr>
              <a:r>
                <a:rPr b="0" i="0" lang="pt-BR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Como neste contexto a classe</a:t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7" name="Google Shape;387;g31531b2b32b_1_94"/>
            <p:cNvSpPr/>
            <p:nvPr/>
          </p:nvSpPr>
          <p:spPr>
            <a:xfrm>
              <a:off x="3402330" y="4471653"/>
              <a:ext cx="5289300" cy="29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16"/>
                </a:lnSpc>
                <a:spcBef>
                  <a:spcPts val="0"/>
                </a:spcBef>
                <a:spcAft>
                  <a:spcPts val="800"/>
                </a:spcAft>
                <a:buNone/>
              </a:pPr>
              <a:r>
                <a:rPr b="0" i="0" lang="pt-BR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Automóvel não designa um objeto completo,</a:t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8" name="Google Shape;388;g31531b2b32b_1_94"/>
            <p:cNvSpPr/>
            <p:nvPr/>
          </p:nvSpPr>
          <p:spPr>
            <a:xfrm>
              <a:off x="7473315" y="4471653"/>
              <a:ext cx="300600" cy="29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16"/>
                </a:lnSpc>
                <a:spcBef>
                  <a:spcPts val="0"/>
                </a:spcBef>
                <a:spcAft>
                  <a:spcPts val="800"/>
                </a:spcAft>
                <a:buNone/>
              </a:pPr>
              <a:r>
                <a:rPr b="0" i="0" lang="pt-BR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ou</a:t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9" name="Google Shape;389;g31531b2b32b_1_94"/>
            <p:cNvSpPr/>
            <p:nvPr/>
          </p:nvSpPr>
          <p:spPr>
            <a:xfrm>
              <a:off x="7749794" y="4471653"/>
              <a:ext cx="1832400" cy="29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16"/>
                </a:lnSpc>
                <a:spcBef>
                  <a:spcPts val="0"/>
                </a:spcBef>
                <a:spcAft>
                  <a:spcPts val="800"/>
                </a:spcAft>
                <a:buNone/>
              </a:pPr>
              <a:r>
                <a:rPr b="0" i="0" lang="pt-BR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seja, ela serve </a:t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0" name="Google Shape;390;g31531b2b32b_1_94"/>
            <p:cNvSpPr/>
            <p:nvPr/>
          </p:nvSpPr>
          <p:spPr>
            <a:xfrm>
              <a:off x="618490" y="4757720"/>
              <a:ext cx="3878400" cy="29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16"/>
                </a:lnSpc>
                <a:spcBef>
                  <a:spcPts val="0"/>
                </a:spcBef>
                <a:spcAft>
                  <a:spcPts val="800"/>
                </a:spcAft>
                <a:buNone/>
              </a:pPr>
              <a:r>
                <a:rPr b="0" i="0" lang="pt-BR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apenas de base para as classes</a:t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1" name="Google Shape;391;g31531b2b32b_1_94"/>
            <p:cNvSpPr/>
            <p:nvPr/>
          </p:nvSpPr>
          <p:spPr>
            <a:xfrm>
              <a:off x="3593084" y="4757720"/>
              <a:ext cx="5499600" cy="29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16"/>
                </a:lnSpc>
                <a:spcBef>
                  <a:spcPts val="0"/>
                </a:spcBef>
                <a:spcAft>
                  <a:spcPts val="800"/>
                </a:spcAft>
                <a:buNone/>
              </a:pPr>
              <a:r>
                <a:rPr b="0" i="0" lang="pt-BR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filhas, configuramos a classe automóvel como</a:t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2" name="Google Shape;392;g31531b2b32b_1_94"/>
            <p:cNvSpPr/>
            <p:nvPr/>
          </p:nvSpPr>
          <p:spPr>
            <a:xfrm>
              <a:off x="7806944" y="4757720"/>
              <a:ext cx="1050000" cy="29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7916"/>
                </a:lnSpc>
                <a:spcBef>
                  <a:spcPts val="0"/>
                </a:spcBef>
                <a:spcAft>
                  <a:spcPts val="800"/>
                </a:spcAft>
                <a:buNone/>
              </a:pPr>
              <a:r>
                <a:rPr b="0" i="0" lang="pt-BR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abstrata.</a:t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ransition spd="med">
    <p:fade thruBlk="1"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g_interna.png" id="398" name="Google Shape;398;g31531b2b32b_1_1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395" y="1587"/>
            <a:ext cx="9983346" cy="5658307"/>
          </a:xfrm>
          <a:prstGeom prst="rect">
            <a:avLst/>
          </a:prstGeom>
          <a:noFill/>
          <a:ln>
            <a:noFill/>
          </a:ln>
        </p:spPr>
      </p:pic>
      <p:sp>
        <p:nvSpPr>
          <p:cNvPr id="399" name="Google Shape;399;g31531b2b32b_1_119"/>
          <p:cNvSpPr/>
          <p:nvPr/>
        </p:nvSpPr>
        <p:spPr>
          <a:xfrm>
            <a:off x="735013" y="317514"/>
            <a:ext cx="1831200" cy="38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2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ABSTRACT</a:t>
            </a:r>
            <a:endParaRPr b="0" i="0" sz="20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g31531b2b32b_1_119"/>
          <p:cNvSpPr/>
          <p:nvPr/>
        </p:nvSpPr>
        <p:spPr>
          <a:xfrm>
            <a:off x="366713" y="1195136"/>
            <a:ext cx="137700" cy="3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2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i="0" sz="2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g31531b2b32b_1_119"/>
          <p:cNvSpPr/>
          <p:nvPr/>
        </p:nvSpPr>
        <p:spPr>
          <a:xfrm>
            <a:off x="652780" y="1229025"/>
            <a:ext cx="83271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partir do momento que a classe Automóvel estiver sinalizada como 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g31531b2b32b_1_119"/>
          <p:cNvSpPr/>
          <p:nvPr/>
        </p:nvSpPr>
        <p:spPr>
          <a:xfrm>
            <a:off x="6935851" y="1229025"/>
            <a:ext cx="9594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2D2DB9"/>
                </a:solidFill>
                <a:latin typeface="Arial"/>
                <a:ea typeface="Arial"/>
                <a:cs typeface="Arial"/>
                <a:sym typeface="Arial"/>
              </a:rPr>
              <a:t>abstract</a:t>
            </a:r>
            <a:endParaRPr b="0" i="0" sz="1600" u="none" cap="none" strike="noStrike">
              <a:solidFill>
                <a:srgbClr val="2D2DB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g31531b2b32b_1_119"/>
          <p:cNvSpPr/>
          <p:nvPr/>
        </p:nvSpPr>
        <p:spPr>
          <a:xfrm>
            <a:off x="7660386" y="1229025"/>
            <a:ext cx="741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g31531b2b32b_1_119"/>
          <p:cNvSpPr/>
          <p:nvPr/>
        </p:nvSpPr>
        <p:spPr>
          <a:xfrm>
            <a:off x="7774940" y="1229025"/>
            <a:ext cx="20232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ficará bloqueada 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g31531b2b32b_1_119"/>
          <p:cNvSpPr/>
          <p:nvPr/>
        </p:nvSpPr>
        <p:spPr>
          <a:xfrm>
            <a:off x="652780" y="1515156"/>
            <a:ext cx="1482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g31531b2b32b_1_119"/>
          <p:cNvSpPr/>
          <p:nvPr/>
        </p:nvSpPr>
        <p:spPr>
          <a:xfrm>
            <a:off x="824548" y="1515156"/>
            <a:ext cx="51729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instanciação de novos objetos a partir dela.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07" name="Google Shape;407;g31531b2b32b_1_1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4050" y="3882072"/>
            <a:ext cx="8658225" cy="609448"/>
          </a:xfrm>
          <a:prstGeom prst="rect">
            <a:avLst/>
          </a:prstGeom>
          <a:noFill/>
          <a:ln>
            <a:noFill/>
          </a:ln>
        </p:spPr>
      </p:pic>
      <p:sp>
        <p:nvSpPr>
          <p:cNvPr id="408" name="Google Shape;408;g31531b2b32b_1_119"/>
          <p:cNvSpPr/>
          <p:nvPr/>
        </p:nvSpPr>
        <p:spPr>
          <a:xfrm>
            <a:off x="654050" y="3882072"/>
            <a:ext cx="8658225" cy="609448"/>
          </a:xfrm>
          <a:custGeom>
            <a:rect b="b" l="l" r="r" t="t"/>
            <a:pathLst>
              <a:path extrusionOk="0" h="609448" w="8658225">
                <a:moveTo>
                  <a:pt x="0" y="609448"/>
                </a:moveTo>
                <a:lnTo>
                  <a:pt x="8658225" y="609448"/>
                </a:lnTo>
                <a:lnTo>
                  <a:pt x="8658225" y="0"/>
                </a:lnTo>
                <a:lnTo>
                  <a:pt x="0" y="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pic>
        <p:nvPicPr>
          <p:cNvPr id="409" name="Google Shape;409;g31531b2b32b_1_1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87450" y="2301316"/>
            <a:ext cx="2733675" cy="323774"/>
          </a:xfrm>
          <a:prstGeom prst="rect">
            <a:avLst/>
          </a:prstGeom>
          <a:noFill/>
          <a:ln>
            <a:noFill/>
          </a:ln>
        </p:spPr>
      </p:pic>
      <p:sp>
        <p:nvSpPr>
          <p:cNvPr id="410" name="Google Shape;410;g31531b2b32b_1_119"/>
          <p:cNvSpPr/>
          <p:nvPr/>
        </p:nvSpPr>
        <p:spPr>
          <a:xfrm>
            <a:off x="1187450" y="2301316"/>
            <a:ext cx="2733675" cy="323774"/>
          </a:xfrm>
          <a:custGeom>
            <a:rect b="b" l="l" r="r" t="t"/>
            <a:pathLst>
              <a:path extrusionOk="0" h="323774" w="2733675">
                <a:moveTo>
                  <a:pt x="0" y="323774"/>
                </a:moveTo>
                <a:lnTo>
                  <a:pt x="2733675" y="323774"/>
                </a:lnTo>
                <a:lnTo>
                  <a:pt x="2733675" y="0"/>
                </a:lnTo>
                <a:lnTo>
                  <a:pt x="0" y="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pic>
        <p:nvPicPr>
          <p:cNvPr id="411" name="Google Shape;411;g31531b2b32b_1_1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626100" y="2310841"/>
            <a:ext cx="2343150" cy="285674"/>
          </a:xfrm>
          <a:prstGeom prst="rect">
            <a:avLst/>
          </a:prstGeom>
          <a:noFill/>
          <a:ln>
            <a:noFill/>
          </a:ln>
        </p:spPr>
      </p:pic>
      <p:sp>
        <p:nvSpPr>
          <p:cNvPr id="412" name="Google Shape;412;g31531b2b32b_1_119"/>
          <p:cNvSpPr/>
          <p:nvPr/>
        </p:nvSpPr>
        <p:spPr>
          <a:xfrm>
            <a:off x="5626100" y="2310841"/>
            <a:ext cx="2343150" cy="285674"/>
          </a:xfrm>
          <a:custGeom>
            <a:rect b="b" l="l" r="r" t="t"/>
            <a:pathLst>
              <a:path extrusionOk="0" h="285674" w="2343150">
                <a:moveTo>
                  <a:pt x="0" y="285674"/>
                </a:moveTo>
                <a:lnTo>
                  <a:pt x="2343150" y="285674"/>
                </a:lnTo>
                <a:lnTo>
                  <a:pt x="2343150" y="0"/>
                </a:lnTo>
                <a:lnTo>
                  <a:pt x="0" y="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3" name="Google Shape;413;g31531b2b32b_1_119"/>
          <p:cNvSpPr/>
          <p:nvPr/>
        </p:nvSpPr>
        <p:spPr>
          <a:xfrm>
            <a:off x="7895794" y="2150274"/>
            <a:ext cx="871037" cy="611646"/>
          </a:xfrm>
          <a:custGeom>
            <a:rect b="b" l="l" r="r" t="t"/>
            <a:pathLst>
              <a:path extrusionOk="0" h="611646" w="871037">
                <a:moveTo>
                  <a:pt x="794679" y="0"/>
                </a:moveTo>
                <a:lnTo>
                  <a:pt x="871037" y="79165"/>
                </a:lnTo>
                <a:lnTo>
                  <a:pt x="389327" y="536251"/>
                </a:lnTo>
                <a:lnTo>
                  <a:pt x="308257" y="611646"/>
                </a:lnTo>
                <a:lnTo>
                  <a:pt x="0" y="294985"/>
                </a:lnTo>
                <a:lnTo>
                  <a:pt x="80128" y="218647"/>
                </a:lnTo>
                <a:lnTo>
                  <a:pt x="312027" y="456143"/>
                </a:lnTo>
                <a:lnTo>
                  <a:pt x="794679" y="0"/>
                </a:lnTo>
                <a:close/>
              </a:path>
            </a:pathLst>
          </a:custGeom>
          <a:solidFill>
            <a:srgbClr val="00B050"/>
          </a:solidFill>
          <a:ln>
            <a:noFill/>
          </a:ln>
        </p:spPr>
      </p:sp>
      <p:sp>
        <p:nvSpPr>
          <p:cNvPr id="414" name="Google Shape;414;g31531b2b32b_1_119"/>
          <p:cNvSpPr/>
          <p:nvPr/>
        </p:nvSpPr>
        <p:spPr>
          <a:xfrm>
            <a:off x="3711354" y="2129641"/>
            <a:ext cx="667417" cy="667251"/>
          </a:xfrm>
          <a:custGeom>
            <a:rect b="b" l="l" r="r" t="t"/>
            <a:pathLst>
              <a:path extrusionOk="0" h="667251" w="667417">
                <a:moveTo>
                  <a:pt x="80128" y="0"/>
                </a:moveTo>
                <a:lnTo>
                  <a:pt x="333709" y="253517"/>
                </a:lnTo>
                <a:lnTo>
                  <a:pt x="587289" y="0"/>
                </a:lnTo>
                <a:lnTo>
                  <a:pt x="667417" y="80108"/>
                </a:lnTo>
                <a:lnTo>
                  <a:pt x="413836" y="333625"/>
                </a:lnTo>
                <a:lnTo>
                  <a:pt x="667417" y="587143"/>
                </a:lnTo>
                <a:lnTo>
                  <a:pt x="587290" y="667251"/>
                </a:lnTo>
                <a:lnTo>
                  <a:pt x="333709" y="413733"/>
                </a:lnTo>
                <a:lnTo>
                  <a:pt x="80128" y="667250"/>
                </a:lnTo>
                <a:lnTo>
                  <a:pt x="0" y="587143"/>
                </a:lnTo>
                <a:lnTo>
                  <a:pt x="253581" y="333625"/>
                </a:lnTo>
                <a:lnTo>
                  <a:pt x="0" y="80108"/>
                </a:lnTo>
                <a:lnTo>
                  <a:pt x="80128" y="0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</p:spPr>
      </p:sp>
      <p:sp>
        <p:nvSpPr>
          <p:cNvPr id="415" name="Google Shape;415;g31531b2b32b_1_119"/>
          <p:cNvSpPr/>
          <p:nvPr/>
        </p:nvSpPr>
        <p:spPr>
          <a:xfrm>
            <a:off x="359093" y="3506030"/>
            <a:ext cx="93300" cy="2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" name="Google Shape;416;g31531b2b32b_1_119"/>
          <p:cNvSpPr/>
          <p:nvPr/>
        </p:nvSpPr>
        <p:spPr>
          <a:xfrm>
            <a:off x="645160" y="3470575"/>
            <a:ext cx="100689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Veja a seguir o erro disparado haja uma tentativa de instanciar uma classe abstrata.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med">
    <p:fade thruBlk="1"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g_interna.png" id="422" name="Google Shape;422;g31531b2b32b_1_1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395" y="1587"/>
            <a:ext cx="9983346" cy="5658307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g31531b2b32b_1_154"/>
          <p:cNvSpPr/>
          <p:nvPr/>
        </p:nvSpPr>
        <p:spPr>
          <a:xfrm>
            <a:off x="742438" y="317514"/>
            <a:ext cx="3866100" cy="38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2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MÉTODOS ABSTRATOS</a:t>
            </a:r>
            <a:endParaRPr b="0" i="0" sz="20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g31531b2b32b_1_154"/>
          <p:cNvSpPr/>
          <p:nvPr/>
        </p:nvSpPr>
        <p:spPr>
          <a:xfrm>
            <a:off x="374138" y="1195136"/>
            <a:ext cx="137700" cy="3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2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i="0" sz="2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g31531b2b32b_1_154"/>
          <p:cNvSpPr/>
          <p:nvPr/>
        </p:nvSpPr>
        <p:spPr>
          <a:xfrm>
            <a:off x="660205" y="1229025"/>
            <a:ext cx="56757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Estão presentes somente em classes abstratas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g31531b2b32b_1_154"/>
          <p:cNvSpPr/>
          <p:nvPr/>
        </p:nvSpPr>
        <p:spPr>
          <a:xfrm>
            <a:off x="374138" y="1757514"/>
            <a:ext cx="137700" cy="3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2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i="0" sz="2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7" name="Google Shape;427;g31531b2b32b_1_154"/>
          <p:cNvSpPr/>
          <p:nvPr/>
        </p:nvSpPr>
        <p:spPr>
          <a:xfrm>
            <a:off x="660205" y="1791635"/>
            <a:ext cx="59205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Não possuem implementação, apenas assinatura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" name="Google Shape;428;g31531b2b32b_1_154"/>
          <p:cNvSpPr/>
          <p:nvPr/>
        </p:nvSpPr>
        <p:spPr>
          <a:xfrm>
            <a:off x="374138" y="2320610"/>
            <a:ext cx="137700" cy="3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2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i="0" sz="2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g31531b2b32b_1_154"/>
          <p:cNvSpPr/>
          <p:nvPr/>
        </p:nvSpPr>
        <p:spPr>
          <a:xfrm>
            <a:off x="660205" y="2354499"/>
            <a:ext cx="104382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Classes que estendem uma classe abstrata com métodos abstratos serão obrigadas a 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" name="Google Shape;430;g31531b2b32b_1_154"/>
          <p:cNvSpPr/>
          <p:nvPr/>
        </p:nvSpPr>
        <p:spPr>
          <a:xfrm>
            <a:off x="660205" y="2631105"/>
            <a:ext cx="18051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implementarem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" name="Google Shape;431;g31531b2b32b_1_154"/>
          <p:cNvSpPr/>
          <p:nvPr/>
        </p:nvSpPr>
        <p:spPr>
          <a:xfrm>
            <a:off x="2119054" y="2631105"/>
            <a:ext cx="17277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estes métodos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2" name="Google Shape;432;g31531b2b32b_1_154"/>
          <p:cNvSpPr/>
          <p:nvPr/>
        </p:nvSpPr>
        <p:spPr>
          <a:xfrm>
            <a:off x="374138" y="3160080"/>
            <a:ext cx="137700" cy="3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2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i="0" sz="2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g31531b2b32b_1_154"/>
          <p:cNvSpPr/>
          <p:nvPr/>
        </p:nvSpPr>
        <p:spPr>
          <a:xfrm>
            <a:off x="660205" y="3194257"/>
            <a:ext cx="11853000" cy="29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 exemplo do automóvel, podemos implementar o método acelerar, pois tanto carro quanto moto 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g31531b2b32b_1_154"/>
          <p:cNvSpPr/>
          <p:nvPr/>
        </p:nvSpPr>
        <p:spPr>
          <a:xfrm>
            <a:off x="660205" y="3480100"/>
            <a:ext cx="111177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são capazes de acelerar, entretanto, cada um fará este processo de uma maneira específica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med">
    <p:fade thruBlk="1"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g_interna.png" id="440" name="Google Shape;440;g31531b2b32b_1_18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395" y="1587"/>
            <a:ext cx="9983346" cy="5658307"/>
          </a:xfrm>
          <a:prstGeom prst="rect">
            <a:avLst/>
          </a:prstGeom>
          <a:noFill/>
          <a:ln>
            <a:noFill/>
          </a:ln>
        </p:spPr>
      </p:pic>
      <p:sp>
        <p:nvSpPr>
          <p:cNvPr id="441" name="Google Shape;441;g31531b2b32b_1_180"/>
          <p:cNvSpPr/>
          <p:nvPr/>
        </p:nvSpPr>
        <p:spPr>
          <a:xfrm>
            <a:off x="742463" y="317514"/>
            <a:ext cx="3866100" cy="38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2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MÉTODOS ABSTRATOS</a:t>
            </a:r>
            <a:endParaRPr b="0" i="0" sz="20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" name="Google Shape;442;g31531b2b32b_1_180"/>
          <p:cNvSpPr/>
          <p:nvPr/>
        </p:nvSpPr>
        <p:spPr>
          <a:xfrm>
            <a:off x="374163" y="1195136"/>
            <a:ext cx="137700" cy="3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2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i="0" sz="2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g31531b2b32b_1_180"/>
          <p:cNvSpPr/>
          <p:nvPr/>
        </p:nvSpPr>
        <p:spPr>
          <a:xfrm>
            <a:off x="660230" y="1229025"/>
            <a:ext cx="72027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 exemplo do automóvel, podemos implementar o método 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4" name="Google Shape;444;g31531b2b32b_1_180"/>
          <p:cNvSpPr/>
          <p:nvPr/>
        </p:nvSpPr>
        <p:spPr>
          <a:xfrm>
            <a:off x="6113610" y="1229025"/>
            <a:ext cx="12795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1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acelerar() </a:t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" name="Google Shape;445;g31531b2b32b_1_180"/>
          <p:cNvSpPr/>
          <p:nvPr/>
        </p:nvSpPr>
        <p:spPr>
          <a:xfrm>
            <a:off x="7086176" y="1229025"/>
            <a:ext cx="31074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como abstrato, pois tanto 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" name="Google Shape;446;g31531b2b32b_1_180"/>
          <p:cNvSpPr/>
          <p:nvPr/>
        </p:nvSpPr>
        <p:spPr>
          <a:xfrm>
            <a:off x="660230" y="1515156"/>
            <a:ext cx="110823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carro quanto moto são capazes de acelerar, entretanto, cada um fará este processo de uma 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" name="Google Shape;447;g31531b2b32b_1_180"/>
          <p:cNvSpPr/>
          <p:nvPr/>
        </p:nvSpPr>
        <p:spPr>
          <a:xfrm>
            <a:off x="660230" y="1791635"/>
            <a:ext cx="30102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maneira específica. Veja: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48" name="Google Shape;448;g31531b2b32b_1_18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95200" y="2129943"/>
            <a:ext cx="2743200" cy="1152246"/>
          </a:xfrm>
          <a:prstGeom prst="rect">
            <a:avLst/>
          </a:prstGeom>
          <a:noFill/>
          <a:ln>
            <a:noFill/>
          </a:ln>
        </p:spPr>
      </p:pic>
      <p:sp>
        <p:nvSpPr>
          <p:cNvPr id="449" name="Google Shape;449;g31531b2b32b_1_180"/>
          <p:cNvSpPr/>
          <p:nvPr/>
        </p:nvSpPr>
        <p:spPr>
          <a:xfrm>
            <a:off x="3595200" y="2129943"/>
            <a:ext cx="2743200" cy="1152246"/>
          </a:xfrm>
          <a:custGeom>
            <a:rect b="b" l="l" r="r" t="t"/>
            <a:pathLst>
              <a:path extrusionOk="0" h="1152246" w="2743200">
                <a:moveTo>
                  <a:pt x="0" y="1152246"/>
                </a:moveTo>
                <a:lnTo>
                  <a:pt x="2743200" y="1152246"/>
                </a:lnTo>
                <a:lnTo>
                  <a:pt x="2743200" y="0"/>
                </a:lnTo>
                <a:lnTo>
                  <a:pt x="0" y="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pic>
        <p:nvPicPr>
          <p:cNvPr id="450" name="Google Shape;450;g31531b2b32b_1_18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81100" y="3548850"/>
            <a:ext cx="2743199" cy="1295019"/>
          </a:xfrm>
          <a:prstGeom prst="rect">
            <a:avLst/>
          </a:prstGeom>
          <a:noFill/>
          <a:ln>
            <a:noFill/>
          </a:ln>
        </p:spPr>
      </p:pic>
      <p:sp>
        <p:nvSpPr>
          <p:cNvPr id="451" name="Google Shape;451;g31531b2b32b_1_180"/>
          <p:cNvSpPr/>
          <p:nvPr/>
        </p:nvSpPr>
        <p:spPr>
          <a:xfrm>
            <a:off x="5081100" y="3548850"/>
            <a:ext cx="2743200" cy="1295019"/>
          </a:xfrm>
          <a:custGeom>
            <a:rect b="b" l="l" r="r" t="t"/>
            <a:pathLst>
              <a:path extrusionOk="0" h="1295019" w="2743200">
                <a:moveTo>
                  <a:pt x="0" y="1295019"/>
                </a:moveTo>
                <a:lnTo>
                  <a:pt x="2743200" y="1295019"/>
                </a:lnTo>
                <a:lnTo>
                  <a:pt x="2743200" y="0"/>
                </a:lnTo>
                <a:lnTo>
                  <a:pt x="0" y="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pic>
        <p:nvPicPr>
          <p:cNvPr id="452" name="Google Shape;452;g31531b2b32b_1_18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118825" y="3548850"/>
            <a:ext cx="2733675" cy="1295019"/>
          </a:xfrm>
          <a:prstGeom prst="rect">
            <a:avLst/>
          </a:prstGeom>
          <a:noFill/>
          <a:ln>
            <a:noFill/>
          </a:ln>
        </p:spPr>
      </p:pic>
      <p:sp>
        <p:nvSpPr>
          <p:cNvPr id="453" name="Google Shape;453;g31531b2b32b_1_180"/>
          <p:cNvSpPr/>
          <p:nvPr/>
        </p:nvSpPr>
        <p:spPr>
          <a:xfrm>
            <a:off x="2118825" y="3548850"/>
            <a:ext cx="2733675" cy="1295019"/>
          </a:xfrm>
          <a:custGeom>
            <a:rect b="b" l="l" r="r" t="t"/>
            <a:pathLst>
              <a:path extrusionOk="0" h="1295019" w="2733675">
                <a:moveTo>
                  <a:pt x="0" y="1295019"/>
                </a:moveTo>
                <a:lnTo>
                  <a:pt x="2733675" y="1295019"/>
                </a:lnTo>
                <a:lnTo>
                  <a:pt x="2733675" y="0"/>
                </a:lnTo>
                <a:lnTo>
                  <a:pt x="0" y="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  <p:transition spd="med">
    <p:fade thruBlk="1"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g_interna.png" id="459" name="Google Shape;459;g31531b2b32b_1_20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395" y="1587"/>
            <a:ext cx="9983346" cy="5658307"/>
          </a:xfrm>
          <a:prstGeom prst="rect">
            <a:avLst/>
          </a:prstGeom>
          <a:noFill/>
          <a:ln>
            <a:noFill/>
          </a:ln>
        </p:spPr>
      </p:pic>
      <p:sp>
        <p:nvSpPr>
          <p:cNvPr id="460" name="Google Shape;460;g31531b2b32b_1_204"/>
          <p:cNvSpPr/>
          <p:nvPr/>
        </p:nvSpPr>
        <p:spPr>
          <a:xfrm>
            <a:off x="742438" y="317514"/>
            <a:ext cx="1209900" cy="38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2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STATIC</a:t>
            </a:r>
            <a:endParaRPr b="0" i="0" sz="20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" name="Google Shape;461;g31531b2b32b_1_204"/>
          <p:cNvSpPr/>
          <p:nvPr/>
        </p:nvSpPr>
        <p:spPr>
          <a:xfrm>
            <a:off x="374138" y="1195136"/>
            <a:ext cx="137700" cy="3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2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i="0" sz="2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" name="Google Shape;462;g31531b2b32b_1_204"/>
          <p:cNvSpPr/>
          <p:nvPr/>
        </p:nvSpPr>
        <p:spPr>
          <a:xfrm>
            <a:off x="660205" y="1229025"/>
            <a:ext cx="32238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 a utilização da palava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3" name="Google Shape;463;g31531b2b32b_1_204"/>
          <p:cNvSpPr/>
          <p:nvPr/>
        </p:nvSpPr>
        <p:spPr>
          <a:xfrm>
            <a:off x="3091366" y="1229025"/>
            <a:ext cx="888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4" name="Google Shape;464;g31531b2b32b_1_204"/>
          <p:cNvSpPr/>
          <p:nvPr/>
        </p:nvSpPr>
        <p:spPr>
          <a:xfrm>
            <a:off x="3158295" y="1229025"/>
            <a:ext cx="7953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chave 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5" name="Google Shape;465;g31531b2b32b_1_204"/>
          <p:cNvSpPr/>
          <p:nvPr/>
        </p:nvSpPr>
        <p:spPr>
          <a:xfrm>
            <a:off x="3768276" y="1229025"/>
            <a:ext cx="7212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2D2DB9"/>
                </a:solidFill>
                <a:latin typeface="Arial"/>
                <a:ea typeface="Arial"/>
                <a:cs typeface="Arial"/>
                <a:sym typeface="Arial"/>
              </a:rPr>
              <a:t>static </a:t>
            </a:r>
            <a:endParaRPr b="0" i="0" sz="1600" u="none" cap="none" strike="noStrike">
              <a:solidFill>
                <a:srgbClr val="2D2DB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Google Shape;466;g31531b2b32b_1_204"/>
          <p:cNvSpPr/>
          <p:nvPr/>
        </p:nvSpPr>
        <p:spPr>
          <a:xfrm>
            <a:off x="4302311" y="1229025"/>
            <a:ext cx="57633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podemos declarar atributos e métodos estáticos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7" name="Google Shape;467;g31531b2b32b_1_204"/>
          <p:cNvSpPr/>
          <p:nvPr/>
        </p:nvSpPr>
        <p:spPr>
          <a:xfrm>
            <a:off x="374138" y="1757514"/>
            <a:ext cx="137700" cy="3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2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i="0" sz="2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8" name="Google Shape;468;g31531b2b32b_1_204"/>
          <p:cNvSpPr/>
          <p:nvPr/>
        </p:nvSpPr>
        <p:spPr>
          <a:xfrm>
            <a:off x="660205" y="1791635"/>
            <a:ext cx="33360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Dispensam a criação de um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9" name="Google Shape;469;g31531b2b32b_1_204"/>
          <p:cNvSpPr/>
          <p:nvPr/>
        </p:nvSpPr>
        <p:spPr>
          <a:xfrm>
            <a:off x="3234495" y="1791635"/>
            <a:ext cx="32604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objeto para a sua utilização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0" name="Google Shape;470;g31531b2b32b_1_204"/>
          <p:cNvSpPr/>
          <p:nvPr/>
        </p:nvSpPr>
        <p:spPr>
          <a:xfrm>
            <a:off x="374138" y="2320610"/>
            <a:ext cx="137700" cy="3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2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i="0" sz="2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1" name="Google Shape;471;g31531b2b32b_1_204"/>
          <p:cNvSpPr/>
          <p:nvPr/>
        </p:nvSpPr>
        <p:spPr>
          <a:xfrm>
            <a:off x="660205" y="2354499"/>
            <a:ext cx="113754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seguir foi criada uma classe dedicada em formatar valores numéricos. Nesta, foi definido um 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2" name="Google Shape;472;g31531b2b32b_1_204"/>
          <p:cNvSpPr/>
          <p:nvPr/>
        </p:nvSpPr>
        <p:spPr>
          <a:xfrm>
            <a:off x="660205" y="2631105"/>
            <a:ext cx="35292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método estático chamado de 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3" name="Google Shape;473;g31531b2b32b_1_204"/>
          <p:cNvSpPr/>
          <p:nvPr/>
        </p:nvSpPr>
        <p:spPr>
          <a:xfrm>
            <a:off x="3329745" y="2631105"/>
            <a:ext cx="22305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1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formataDinheiro()</a:t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4" name="Google Shape;474;g31531b2b32b_1_204"/>
          <p:cNvSpPr/>
          <p:nvPr/>
        </p:nvSpPr>
        <p:spPr>
          <a:xfrm>
            <a:off x="5007796" y="2631105"/>
            <a:ext cx="61230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o qual recebe um valor e o retorna formatado em 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5" name="Google Shape;475;g31531b2b32b_1_204"/>
          <p:cNvSpPr/>
          <p:nvPr/>
        </p:nvSpPr>
        <p:spPr>
          <a:xfrm>
            <a:off x="660205" y="2917236"/>
            <a:ext cx="19812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Reais brasileiros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76" name="Google Shape;476;g31531b2b32b_1_20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37800" y="3263075"/>
            <a:ext cx="6515101" cy="1647444"/>
          </a:xfrm>
          <a:prstGeom prst="rect">
            <a:avLst/>
          </a:prstGeom>
          <a:noFill/>
          <a:ln>
            <a:noFill/>
          </a:ln>
        </p:spPr>
      </p:pic>
      <p:sp>
        <p:nvSpPr>
          <p:cNvPr id="477" name="Google Shape;477;g31531b2b32b_1_204"/>
          <p:cNvSpPr/>
          <p:nvPr/>
        </p:nvSpPr>
        <p:spPr>
          <a:xfrm>
            <a:off x="1737800" y="3263075"/>
            <a:ext cx="6515100" cy="1647444"/>
          </a:xfrm>
          <a:custGeom>
            <a:rect b="b" l="l" r="r" t="t"/>
            <a:pathLst>
              <a:path extrusionOk="0" h="1647444" w="6515100">
                <a:moveTo>
                  <a:pt x="0" y="1647444"/>
                </a:moveTo>
                <a:lnTo>
                  <a:pt x="6515100" y="1647444"/>
                </a:lnTo>
                <a:lnTo>
                  <a:pt x="6515100" y="0"/>
                </a:lnTo>
                <a:lnTo>
                  <a:pt x="0" y="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  <p:transition spd="med">
    <p:fade thruBlk="1"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g_interna.png" id="483" name="Google Shape;483;g31531b2b32b_1_2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395" y="1587"/>
            <a:ext cx="9983346" cy="5658307"/>
          </a:xfrm>
          <a:prstGeom prst="rect">
            <a:avLst/>
          </a:prstGeom>
          <a:noFill/>
          <a:ln>
            <a:noFill/>
          </a:ln>
        </p:spPr>
      </p:pic>
      <p:sp>
        <p:nvSpPr>
          <p:cNvPr id="484" name="Google Shape;484;g31531b2b32b_1_225"/>
          <p:cNvSpPr/>
          <p:nvPr/>
        </p:nvSpPr>
        <p:spPr>
          <a:xfrm>
            <a:off x="749301" y="317514"/>
            <a:ext cx="1209900" cy="38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2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STATIC</a:t>
            </a:r>
            <a:endParaRPr b="0" i="0" sz="20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5" name="Google Shape;485;g31531b2b32b_1_225"/>
          <p:cNvSpPr/>
          <p:nvPr/>
        </p:nvSpPr>
        <p:spPr>
          <a:xfrm>
            <a:off x="581343" y="1276650"/>
            <a:ext cx="56286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Para fazer a chamada de um método estático, 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6" name="Google Shape;486;g31531b2b32b_1_225"/>
          <p:cNvSpPr/>
          <p:nvPr/>
        </p:nvSpPr>
        <p:spPr>
          <a:xfrm>
            <a:off x="524193" y="1562781"/>
            <a:ext cx="57048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basta escrever o nome da classe, seguido pelo 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7" name="Google Shape;487;g31531b2b32b_1_225"/>
          <p:cNvSpPr/>
          <p:nvPr/>
        </p:nvSpPr>
        <p:spPr>
          <a:xfrm>
            <a:off x="543243" y="1839260"/>
            <a:ext cx="56796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operador de resolução de escopo (::) e o nome 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8" name="Google Shape;488;g31531b2b32b_1_225"/>
          <p:cNvSpPr/>
          <p:nvPr/>
        </p:nvSpPr>
        <p:spPr>
          <a:xfrm>
            <a:off x="400051" y="2116120"/>
            <a:ext cx="38307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 método. Conforme mostra a 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9" name="Google Shape;489;g31531b2b32b_1_225"/>
          <p:cNvSpPr/>
          <p:nvPr/>
        </p:nvSpPr>
        <p:spPr>
          <a:xfrm>
            <a:off x="3279457" y="2116120"/>
            <a:ext cx="19728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imagem ao lado: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90" name="Google Shape;490;g31531b2b32b_1_2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87913" y="1396682"/>
            <a:ext cx="4867275" cy="799910"/>
          </a:xfrm>
          <a:prstGeom prst="rect">
            <a:avLst/>
          </a:prstGeom>
          <a:noFill/>
          <a:ln>
            <a:noFill/>
          </a:ln>
        </p:spPr>
      </p:pic>
      <p:sp>
        <p:nvSpPr>
          <p:cNvPr id="491" name="Google Shape;491;g31531b2b32b_1_225"/>
          <p:cNvSpPr/>
          <p:nvPr/>
        </p:nvSpPr>
        <p:spPr>
          <a:xfrm>
            <a:off x="4887913" y="1396682"/>
            <a:ext cx="4867275" cy="799910"/>
          </a:xfrm>
          <a:custGeom>
            <a:rect b="b" l="l" r="r" t="t"/>
            <a:pathLst>
              <a:path extrusionOk="0" h="799910" w="4867275">
                <a:moveTo>
                  <a:pt x="0" y="799910"/>
                </a:moveTo>
                <a:lnTo>
                  <a:pt x="4867275" y="799910"/>
                </a:lnTo>
                <a:lnTo>
                  <a:pt x="4867275" y="0"/>
                </a:lnTo>
                <a:lnTo>
                  <a:pt x="0" y="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pic>
        <p:nvPicPr>
          <p:cNvPr id="492" name="Google Shape;492;g31531b2b32b_1_2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20838" y="3329762"/>
            <a:ext cx="2743200" cy="809422"/>
          </a:xfrm>
          <a:prstGeom prst="rect">
            <a:avLst/>
          </a:prstGeom>
          <a:noFill/>
          <a:ln>
            <a:noFill/>
          </a:ln>
        </p:spPr>
      </p:pic>
      <p:sp>
        <p:nvSpPr>
          <p:cNvPr id="493" name="Google Shape;493;g31531b2b32b_1_225"/>
          <p:cNvSpPr/>
          <p:nvPr/>
        </p:nvSpPr>
        <p:spPr>
          <a:xfrm>
            <a:off x="1620838" y="3329762"/>
            <a:ext cx="2743200" cy="809422"/>
          </a:xfrm>
          <a:custGeom>
            <a:rect b="b" l="l" r="r" t="t"/>
            <a:pathLst>
              <a:path extrusionOk="0" h="809422" w="2743200">
                <a:moveTo>
                  <a:pt x="0" y="809422"/>
                </a:moveTo>
                <a:lnTo>
                  <a:pt x="2743200" y="809422"/>
                </a:lnTo>
                <a:lnTo>
                  <a:pt x="2743200" y="0"/>
                </a:lnTo>
                <a:lnTo>
                  <a:pt x="0" y="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4" name="Google Shape;494;g31531b2b32b_1_225"/>
          <p:cNvSpPr/>
          <p:nvPr/>
        </p:nvSpPr>
        <p:spPr>
          <a:xfrm>
            <a:off x="1600899" y="3021536"/>
            <a:ext cx="3603600" cy="29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Gerando o seguinte resultado: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5" name="Google Shape;495;g31531b2b32b_1_225"/>
          <p:cNvSpPr/>
          <p:nvPr/>
        </p:nvSpPr>
        <p:spPr>
          <a:xfrm>
            <a:off x="4462463" y="3345099"/>
            <a:ext cx="46527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Perceba que não foi utilizada a palavra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6" name="Google Shape;496;g31531b2b32b_1_225"/>
          <p:cNvSpPr/>
          <p:nvPr/>
        </p:nvSpPr>
        <p:spPr>
          <a:xfrm>
            <a:off x="7970838" y="3345099"/>
            <a:ext cx="888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7" name="Google Shape;497;g31531b2b32b_1_225"/>
          <p:cNvSpPr/>
          <p:nvPr/>
        </p:nvSpPr>
        <p:spPr>
          <a:xfrm>
            <a:off x="8037767" y="3345099"/>
            <a:ext cx="7953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chave 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8" name="Google Shape;498;g31531b2b32b_1_225"/>
          <p:cNvSpPr/>
          <p:nvPr/>
        </p:nvSpPr>
        <p:spPr>
          <a:xfrm>
            <a:off x="4462463" y="3631484"/>
            <a:ext cx="52497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new para a criação do objeto! O método foi 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9" name="Google Shape;499;g31531b2b32b_1_225"/>
          <p:cNvSpPr/>
          <p:nvPr/>
        </p:nvSpPr>
        <p:spPr>
          <a:xfrm>
            <a:off x="4462463" y="3908090"/>
            <a:ext cx="26559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chamado diretamente!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med">
    <p:fade thruBlk="1"/>
  </p:transition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22"/>
          <p:cNvSpPr/>
          <p:nvPr/>
        </p:nvSpPr>
        <p:spPr>
          <a:xfrm>
            <a:off x="0" y="0"/>
            <a:ext cx="10080625" cy="567055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bg_final.png" id="505" name="Google Shape;50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0080626" cy="5670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o Office">
  <a:themeElements>
    <a:clrScheme name="Tema do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o Office">
  <a:themeElements>
    <a:clrScheme name="Tema do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Tema do Office">
  <a:themeElements>
    <a:clrScheme name="Tema do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0x010100AE27F99DF18A4341BE4054373105936F</vt:lpwstr>
  </property>
  <property fmtid="{D5CDD505-2E9C-101B-9397-08002B2CF9AE}" pid="3" name="Order">
    <vt:r8>1507300.0</vt:r8>
  </property>
  <property fmtid="{D5CDD505-2E9C-101B-9397-08002B2CF9AE}" pid="4" name="xd_Signature">
    <vt:bool>false</vt:bool>
  </property>
  <property fmtid="{D5CDD505-2E9C-101B-9397-08002B2CF9AE}" pid="5" name="xd_ProgID">
    <vt:lpwstr/>
  </property>
  <property fmtid="{D5CDD505-2E9C-101B-9397-08002B2CF9AE}" pid="6" name="_SourceUrl">
    <vt:lpwstr/>
  </property>
  <property fmtid="{D5CDD505-2E9C-101B-9397-08002B2CF9AE}" pid="7" name="_SharedFileIndex">
    <vt:lpwstr/>
  </property>
  <property fmtid="{D5CDD505-2E9C-101B-9397-08002B2CF9AE}" pid="8" name="ComplianceAssetId">
    <vt:lpwstr/>
  </property>
  <property fmtid="{D5CDD505-2E9C-101B-9397-08002B2CF9AE}" pid="9" name="TemplateUrl">
    <vt:lpwstr/>
  </property>
</Properties>
</file>